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9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1F4D9B-CBCA-48F6-BDD5-F9C31862A657}" v="159" dt="2025-04-05T13:21:44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4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2E4E09-B046-44A5-A260-2057F8CF8CE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7F67039-CC66-4E00-B193-7E08D8EB6310}">
      <dgm:prSet/>
      <dgm:spPr/>
      <dgm:t>
        <a:bodyPr/>
        <a:lstStyle/>
        <a:p>
          <a:pPr rtl="0"/>
          <a:r>
            <a:rPr lang="de-DE" b="0" dirty="0"/>
            <a:t>• „Ich will als Nutzer mir ein Profil erstellen können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3h</a:t>
          </a:r>
          <a:endParaRPr lang="en-US" b="0" dirty="0">
            <a:latin typeface="Century Gothic" panose="020B0502020202020204"/>
          </a:endParaRPr>
        </a:p>
      </dgm:t>
    </dgm:pt>
    <dgm:pt modelId="{222E60D1-D747-4C95-A66E-95C3204B2406}" type="parTrans" cxnId="{EB7EF153-EF02-4F15-9C89-980C3930A714}">
      <dgm:prSet/>
      <dgm:spPr/>
      <dgm:t>
        <a:bodyPr/>
        <a:lstStyle/>
        <a:p>
          <a:endParaRPr lang="en-US"/>
        </a:p>
      </dgm:t>
    </dgm:pt>
    <dgm:pt modelId="{F7AAA849-C837-4041-96EF-CE7C95F3DA25}" type="sibTrans" cxnId="{EB7EF153-EF02-4F15-9C89-980C3930A714}">
      <dgm:prSet/>
      <dgm:spPr/>
      <dgm:t>
        <a:bodyPr/>
        <a:lstStyle/>
        <a:p>
          <a:endParaRPr lang="en-US"/>
        </a:p>
      </dgm:t>
    </dgm:pt>
    <dgm:pt modelId="{31D41CEF-7E6A-42E6-AA36-AA9E0E6F614A}">
      <dgm:prSet/>
      <dgm:spPr/>
      <dgm:t>
        <a:bodyPr/>
        <a:lstStyle/>
        <a:p>
          <a:pPr rtl="0"/>
          <a:r>
            <a:rPr lang="de-DE" b="0" dirty="0"/>
            <a:t>• „Ich will als Nutzer meine Quiz in unterschiedlichen Formaten erstellen können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8h</a:t>
          </a:r>
          <a:endParaRPr lang="en-US" b="0" dirty="0">
            <a:latin typeface="Century Gothic" panose="020B0502020202020204"/>
          </a:endParaRPr>
        </a:p>
      </dgm:t>
    </dgm:pt>
    <dgm:pt modelId="{046E68BE-D874-4CCC-96D3-593BC8F679F0}" type="parTrans" cxnId="{E728BF3E-78BF-4740-A1EB-165D89CACB4C}">
      <dgm:prSet/>
      <dgm:spPr/>
      <dgm:t>
        <a:bodyPr/>
        <a:lstStyle/>
        <a:p>
          <a:endParaRPr lang="en-US"/>
        </a:p>
      </dgm:t>
    </dgm:pt>
    <dgm:pt modelId="{CF44134D-FE4D-4E25-9892-75A3F33F3D52}" type="sibTrans" cxnId="{E728BF3E-78BF-4740-A1EB-165D89CACB4C}">
      <dgm:prSet/>
      <dgm:spPr/>
      <dgm:t>
        <a:bodyPr/>
        <a:lstStyle/>
        <a:p>
          <a:endParaRPr lang="en-US"/>
        </a:p>
      </dgm:t>
    </dgm:pt>
    <dgm:pt modelId="{504D58F4-5CDE-4593-9A49-808608FD9D5B}">
      <dgm:prSet/>
      <dgm:spPr/>
      <dgm:t>
        <a:bodyPr/>
        <a:lstStyle/>
        <a:p>
          <a:pPr rtl="0"/>
          <a:r>
            <a:rPr lang="de-DE" b="0" dirty="0"/>
            <a:t>• „Ich will als Nutzer vorgefertigte Quiz spielen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3h</a:t>
          </a:r>
          <a:endParaRPr lang="en-US" b="0" dirty="0">
            <a:latin typeface="Century Gothic" panose="020B0502020202020204"/>
          </a:endParaRPr>
        </a:p>
      </dgm:t>
    </dgm:pt>
    <dgm:pt modelId="{BAA6F19D-3AAF-4C84-8684-B8679CA2A953}" type="parTrans" cxnId="{5EA510D9-DC20-49CB-8006-A0928541CC07}">
      <dgm:prSet/>
      <dgm:spPr/>
      <dgm:t>
        <a:bodyPr/>
        <a:lstStyle/>
        <a:p>
          <a:endParaRPr lang="en-US"/>
        </a:p>
      </dgm:t>
    </dgm:pt>
    <dgm:pt modelId="{8AA7B6D8-EFCF-4432-9C13-1C09BCB4717D}" type="sibTrans" cxnId="{5EA510D9-DC20-49CB-8006-A0928541CC07}">
      <dgm:prSet/>
      <dgm:spPr/>
      <dgm:t>
        <a:bodyPr/>
        <a:lstStyle/>
        <a:p>
          <a:endParaRPr lang="en-US"/>
        </a:p>
      </dgm:t>
    </dgm:pt>
    <dgm:pt modelId="{FA1FE274-7667-4CC9-AEED-D9D61196891E}">
      <dgm:prSet/>
      <dgm:spPr/>
      <dgm:t>
        <a:bodyPr/>
        <a:lstStyle/>
        <a:p>
          <a:pPr rtl="0"/>
          <a:r>
            <a:rPr lang="de-DE" b="0" dirty="0"/>
            <a:t>• „Ich will als Nutzer Quiz mit eigene Themenbereichen erstellen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4h</a:t>
          </a:r>
          <a:endParaRPr lang="en-US" b="0" dirty="0">
            <a:latin typeface="Century Gothic" panose="020B0502020202020204"/>
          </a:endParaRPr>
        </a:p>
      </dgm:t>
    </dgm:pt>
    <dgm:pt modelId="{C6DFECFD-FD16-4F00-9CDB-B3362B2E2408}" type="parTrans" cxnId="{4484F495-A4CC-4030-856A-C3EF55DEDC01}">
      <dgm:prSet/>
      <dgm:spPr/>
      <dgm:t>
        <a:bodyPr/>
        <a:lstStyle/>
        <a:p>
          <a:endParaRPr lang="en-US"/>
        </a:p>
      </dgm:t>
    </dgm:pt>
    <dgm:pt modelId="{0C22C37F-938B-4FEF-93E7-A213A5615B82}" type="sibTrans" cxnId="{4484F495-A4CC-4030-856A-C3EF55DEDC01}">
      <dgm:prSet/>
      <dgm:spPr/>
      <dgm:t>
        <a:bodyPr/>
        <a:lstStyle/>
        <a:p>
          <a:endParaRPr lang="en-US"/>
        </a:p>
      </dgm:t>
    </dgm:pt>
    <dgm:pt modelId="{D675713B-F6EC-43AA-9693-494D55BDDF9E}">
      <dgm:prSet/>
      <dgm:spPr/>
      <dgm:t>
        <a:bodyPr/>
        <a:lstStyle/>
        <a:p>
          <a:pPr rtl="0"/>
          <a:r>
            <a:rPr lang="de-DE" b="0" dirty="0">
              <a:latin typeface="Century Gothic" panose="020B0502020202020204"/>
            </a:rPr>
            <a:t>•„</a:t>
          </a:r>
          <a:r>
            <a:rPr lang="de-DE" b="0" dirty="0"/>
            <a:t>Ich will als Nutzer Quiz alleine sowie auch gegen meinen Freunden spielen können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10h</a:t>
          </a:r>
          <a:endParaRPr lang="en-US" b="0" dirty="0">
            <a:latin typeface="Century Gothic" panose="020B0502020202020204"/>
          </a:endParaRPr>
        </a:p>
      </dgm:t>
    </dgm:pt>
    <dgm:pt modelId="{F891E1B8-C710-4C6E-AEFB-1A49D17C2C51}" type="parTrans" cxnId="{87746BC9-BE0F-4A68-8EC7-BB4EAA04AD61}">
      <dgm:prSet/>
      <dgm:spPr/>
      <dgm:t>
        <a:bodyPr/>
        <a:lstStyle/>
        <a:p>
          <a:endParaRPr lang="en-US"/>
        </a:p>
      </dgm:t>
    </dgm:pt>
    <dgm:pt modelId="{C5B186FD-CCF4-4557-9B0E-ACE32A7DA092}" type="sibTrans" cxnId="{87746BC9-BE0F-4A68-8EC7-BB4EAA04AD61}">
      <dgm:prSet/>
      <dgm:spPr/>
      <dgm:t>
        <a:bodyPr/>
        <a:lstStyle/>
        <a:p>
          <a:endParaRPr lang="en-US"/>
        </a:p>
      </dgm:t>
    </dgm:pt>
    <dgm:pt modelId="{8F9802E3-3531-4CC1-AE54-4F67B59BF906}">
      <dgm:prSet/>
      <dgm:spPr/>
      <dgm:t>
        <a:bodyPr/>
        <a:lstStyle/>
        <a:p>
          <a:pPr rtl="0"/>
          <a:r>
            <a:rPr lang="de-DE" b="0" dirty="0"/>
            <a:t>• „Ich will als Nutzer ein Zeitlimit für ein Quiz setzen können</a:t>
          </a:r>
          <a:r>
            <a:rPr lang="de-DE" b="0" dirty="0">
              <a:latin typeface="Century Gothic" panose="020B0502020202020204"/>
            </a:rPr>
            <a:t>“:</a:t>
          </a:r>
          <a:r>
            <a:rPr lang="de-DE" b="0" dirty="0"/>
            <a:t> 3h</a:t>
          </a:r>
          <a:endParaRPr lang="en-US" b="0" dirty="0">
            <a:latin typeface="Century Gothic" panose="020B0502020202020204"/>
          </a:endParaRPr>
        </a:p>
      </dgm:t>
    </dgm:pt>
    <dgm:pt modelId="{EA8CB8FB-F326-41B6-9D09-C9FD12BA1588}" type="parTrans" cxnId="{4694EA7C-A131-4D12-A108-C0E4DCA6913D}">
      <dgm:prSet/>
      <dgm:spPr/>
      <dgm:t>
        <a:bodyPr/>
        <a:lstStyle/>
        <a:p>
          <a:endParaRPr lang="en-US"/>
        </a:p>
      </dgm:t>
    </dgm:pt>
    <dgm:pt modelId="{17271D17-2F86-45DD-9DB8-1CFF1E0171ED}" type="sibTrans" cxnId="{4694EA7C-A131-4D12-A108-C0E4DCA6913D}">
      <dgm:prSet/>
      <dgm:spPr/>
      <dgm:t>
        <a:bodyPr/>
        <a:lstStyle/>
        <a:p>
          <a:endParaRPr lang="en-US"/>
        </a:p>
      </dgm:t>
    </dgm:pt>
    <dgm:pt modelId="{FBBDA06D-B271-4072-97F4-BFDE7AD0CAD0}">
      <dgm:prSet/>
      <dgm:spPr/>
      <dgm:t>
        <a:bodyPr/>
        <a:lstStyle/>
        <a:p>
          <a:pPr rtl="0"/>
          <a:r>
            <a:rPr lang="de-DE" b="0" dirty="0"/>
            <a:t>• „Ich will mir als Nutzer meine Ergebnisse und Durchläufe anzeigen lassen</a:t>
          </a:r>
          <a:r>
            <a:rPr lang="de-DE" b="0" dirty="0">
              <a:latin typeface="Century Gothic" panose="020B0502020202020204"/>
            </a:rPr>
            <a:t>“:</a:t>
          </a:r>
          <a:r>
            <a:rPr lang="de-DE" b="0" dirty="0"/>
            <a:t> 2h</a:t>
          </a:r>
          <a:endParaRPr lang="en-US" b="0" dirty="0">
            <a:latin typeface="Century Gothic" panose="020B0502020202020204"/>
          </a:endParaRPr>
        </a:p>
      </dgm:t>
    </dgm:pt>
    <dgm:pt modelId="{01A56437-7E84-4CF3-9574-D0F595957D06}" type="parTrans" cxnId="{27C40671-6521-4A65-84D0-4E0FEF84B437}">
      <dgm:prSet/>
      <dgm:spPr/>
      <dgm:t>
        <a:bodyPr/>
        <a:lstStyle/>
        <a:p>
          <a:endParaRPr lang="en-US"/>
        </a:p>
      </dgm:t>
    </dgm:pt>
    <dgm:pt modelId="{6501CFAC-FFE1-4A13-A020-A5988E467F90}" type="sibTrans" cxnId="{27C40671-6521-4A65-84D0-4E0FEF84B437}">
      <dgm:prSet/>
      <dgm:spPr/>
      <dgm:t>
        <a:bodyPr/>
        <a:lstStyle/>
        <a:p>
          <a:endParaRPr lang="en-US"/>
        </a:p>
      </dgm:t>
    </dgm:pt>
    <dgm:pt modelId="{59CF3B61-0398-4527-B8B3-C5DE632D4905}">
      <dgm:prSet/>
      <dgm:spPr/>
      <dgm:t>
        <a:bodyPr/>
        <a:lstStyle/>
        <a:p>
          <a:pPr rtl="0"/>
          <a:r>
            <a:rPr lang="de-DE" b="0" dirty="0"/>
            <a:t>• „Ich will meine erstellten Quiz mit Freunden teilen können</a:t>
          </a:r>
          <a:r>
            <a:rPr lang="de-DE" b="0" dirty="0">
              <a:latin typeface="Century Gothic" panose="020B0502020202020204"/>
            </a:rPr>
            <a:t>.“:</a:t>
          </a:r>
          <a:r>
            <a:rPr lang="de-DE" b="0" dirty="0"/>
            <a:t> 3h</a:t>
          </a:r>
          <a:endParaRPr lang="en-US" b="0" dirty="0">
            <a:latin typeface="Century Gothic" panose="020B0502020202020204"/>
          </a:endParaRPr>
        </a:p>
      </dgm:t>
    </dgm:pt>
    <dgm:pt modelId="{7963BDDC-3922-4296-905E-9BD2D29E14F2}" type="parTrans" cxnId="{1387005F-29CF-4583-BE4B-7EBC4FCD251B}">
      <dgm:prSet/>
      <dgm:spPr/>
      <dgm:t>
        <a:bodyPr/>
        <a:lstStyle/>
        <a:p>
          <a:endParaRPr lang="en-US"/>
        </a:p>
      </dgm:t>
    </dgm:pt>
    <dgm:pt modelId="{1FF26634-C019-4EB0-8D78-4E52A2AC058B}" type="sibTrans" cxnId="{1387005F-29CF-4583-BE4B-7EBC4FCD251B}">
      <dgm:prSet/>
      <dgm:spPr/>
      <dgm:t>
        <a:bodyPr/>
        <a:lstStyle/>
        <a:p>
          <a:endParaRPr lang="en-US"/>
        </a:p>
      </dgm:t>
    </dgm:pt>
    <dgm:pt modelId="{3C03BE14-7433-4C1E-A397-B62E8640E6E1}" type="pres">
      <dgm:prSet presAssocID="{0A2E4E09-B046-44A5-A260-2057F8CF8CEB}" presName="vert0" presStyleCnt="0">
        <dgm:presLayoutVars>
          <dgm:dir/>
          <dgm:animOne val="branch"/>
          <dgm:animLvl val="lvl"/>
        </dgm:presLayoutVars>
      </dgm:prSet>
      <dgm:spPr/>
    </dgm:pt>
    <dgm:pt modelId="{EDED0183-19D5-4822-B227-10AC3A765719}" type="pres">
      <dgm:prSet presAssocID="{A7F67039-CC66-4E00-B193-7E08D8EB6310}" presName="thickLine" presStyleLbl="alignNode1" presStyleIdx="0" presStyleCnt="8"/>
      <dgm:spPr/>
    </dgm:pt>
    <dgm:pt modelId="{B22A0286-80DF-4D1A-9645-2500469E3328}" type="pres">
      <dgm:prSet presAssocID="{A7F67039-CC66-4E00-B193-7E08D8EB6310}" presName="horz1" presStyleCnt="0"/>
      <dgm:spPr/>
    </dgm:pt>
    <dgm:pt modelId="{496CFBC0-94E4-48B4-941D-ED3A42FF9FB1}" type="pres">
      <dgm:prSet presAssocID="{A7F67039-CC66-4E00-B193-7E08D8EB6310}" presName="tx1" presStyleLbl="revTx" presStyleIdx="0" presStyleCnt="8"/>
      <dgm:spPr/>
    </dgm:pt>
    <dgm:pt modelId="{7F0B3A2A-9CE7-4306-9998-48E570B931A9}" type="pres">
      <dgm:prSet presAssocID="{A7F67039-CC66-4E00-B193-7E08D8EB6310}" presName="vert1" presStyleCnt="0"/>
      <dgm:spPr/>
    </dgm:pt>
    <dgm:pt modelId="{FEEB0D98-100A-4C1A-8DF3-2AB8B2DC8CC3}" type="pres">
      <dgm:prSet presAssocID="{31D41CEF-7E6A-42E6-AA36-AA9E0E6F614A}" presName="thickLine" presStyleLbl="alignNode1" presStyleIdx="1" presStyleCnt="8"/>
      <dgm:spPr/>
    </dgm:pt>
    <dgm:pt modelId="{62E140C0-8D68-4194-AF65-76EFDA62EFCF}" type="pres">
      <dgm:prSet presAssocID="{31D41CEF-7E6A-42E6-AA36-AA9E0E6F614A}" presName="horz1" presStyleCnt="0"/>
      <dgm:spPr/>
    </dgm:pt>
    <dgm:pt modelId="{FB0B0335-BB89-46AE-8622-115B1968F94E}" type="pres">
      <dgm:prSet presAssocID="{31D41CEF-7E6A-42E6-AA36-AA9E0E6F614A}" presName="tx1" presStyleLbl="revTx" presStyleIdx="1" presStyleCnt="8"/>
      <dgm:spPr/>
    </dgm:pt>
    <dgm:pt modelId="{0662F74A-74A3-4A96-B453-93DE8929D08A}" type="pres">
      <dgm:prSet presAssocID="{31D41CEF-7E6A-42E6-AA36-AA9E0E6F614A}" presName="vert1" presStyleCnt="0"/>
      <dgm:spPr/>
    </dgm:pt>
    <dgm:pt modelId="{C7E66439-196C-4FAD-8878-E0C9F5C49B9D}" type="pres">
      <dgm:prSet presAssocID="{504D58F4-5CDE-4593-9A49-808608FD9D5B}" presName="thickLine" presStyleLbl="alignNode1" presStyleIdx="2" presStyleCnt="8"/>
      <dgm:spPr/>
    </dgm:pt>
    <dgm:pt modelId="{02AFFFF9-7907-46ED-AE8F-628A7FF72C42}" type="pres">
      <dgm:prSet presAssocID="{504D58F4-5CDE-4593-9A49-808608FD9D5B}" presName="horz1" presStyleCnt="0"/>
      <dgm:spPr/>
    </dgm:pt>
    <dgm:pt modelId="{8F76F006-3338-45D9-8B5B-3A4928A58F83}" type="pres">
      <dgm:prSet presAssocID="{504D58F4-5CDE-4593-9A49-808608FD9D5B}" presName="tx1" presStyleLbl="revTx" presStyleIdx="2" presStyleCnt="8"/>
      <dgm:spPr/>
    </dgm:pt>
    <dgm:pt modelId="{D6F2CDB6-D7E2-4265-B98D-7BA4C3E40C39}" type="pres">
      <dgm:prSet presAssocID="{504D58F4-5CDE-4593-9A49-808608FD9D5B}" presName="vert1" presStyleCnt="0"/>
      <dgm:spPr/>
    </dgm:pt>
    <dgm:pt modelId="{C728A9DD-2AAC-4C1D-90FA-BCE14D626797}" type="pres">
      <dgm:prSet presAssocID="{FA1FE274-7667-4CC9-AEED-D9D61196891E}" presName="thickLine" presStyleLbl="alignNode1" presStyleIdx="3" presStyleCnt="8"/>
      <dgm:spPr/>
    </dgm:pt>
    <dgm:pt modelId="{8435C115-5CA9-49FD-90BF-73EAADCC0A22}" type="pres">
      <dgm:prSet presAssocID="{FA1FE274-7667-4CC9-AEED-D9D61196891E}" presName="horz1" presStyleCnt="0"/>
      <dgm:spPr/>
    </dgm:pt>
    <dgm:pt modelId="{ADE751DA-4539-4522-9ADE-A4D0678355B7}" type="pres">
      <dgm:prSet presAssocID="{FA1FE274-7667-4CC9-AEED-D9D61196891E}" presName="tx1" presStyleLbl="revTx" presStyleIdx="3" presStyleCnt="8"/>
      <dgm:spPr/>
    </dgm:pt>
    <dgm:pt modelId="{84DE027D-9490-44D2-8CBF-7F72273EAF6A}" type="pres">
      <dgm:prSet presAssocID="{FA1FE274-7667-4CC9-AEED-D9D61196891E}" presName="vert1" presStyleCnt="0"/>
      <dgm:spPr/>
    </dgm:pt>
    <dgm:pt modelId="{679814C4-1232-49F6-8C75-1D21AD3BAE3E}" type="pres">
      <dgm:prSet presAssocID="{D675713B-F6EC-43AA-9693-494D55BDDF9E}" presName="thickLine" presStyleLbl="alignNode1" presStyleIdx="4" presStyleCnt="8"/>
      <dgm:spPr/>
    </dgm:pt>
    <dgm:pt modelId="{5F4C829A-1199-417E-B776-85EC592908A8}" type="pres">
      <dgm:prSet presAssocID="{D675713B-F6EC-43AA-9693-494D55BDDF9E}" presName="horz1" presStyleCnt="0"/>
      <dgm:spPr/>
    </dgm:pt>
    <dgm:pt modelId="{A18594EF-2A98-49E4-AD8E-5EA1A73A7F56}" type="pres">
      <dgm:prSet presAssocID="{D675713B-F6EC-43AA-9693-494D55BDDF9E}" presName="tx1" presStyleLbl="revTx" presStyleIdx="4" presStyleCnt="8"/>
      <dgm:spPr/>
    </dgm:pt>
    <dgm:pt modelId="{CFB9F64B-F435-421F-A626-B7FED1AB6116}" type="pres">
      <dgm:prSet presAssocID="{D675713B-F6EC-43AA-9693-494D55BDDF9E}" presName="vert1" presStyleCnt="0"/>
      <dgm:spPr/>
    </dgm:pt>
    <dgm:pt modelId="{13874A42-EBFE-48BE-BA00-19DE7295E564}" type="pres">
      <dgm:prSet presAssocID="{8F9802E3-3531-4CC1-AE54-4F67B59BF906}" presName="thickLine" presStyleLbl="alignNode1" presStyleIdx="5" presStyleCnt="8"/>
      <dgm:spPr/>
    </dgm:pt>
    <dgm:pt modelId="{33219CC6-7630-4B27-AAF8-6FFD97299FFF}" type="pres">
      <dgm:prSet presAssocID="{8F9802E3-3531-4CC1-AE54-4F67B59BF906}" presName="horz1" presStyleCnt="0"/>
      <dgm:spPr/>
    </dgm:pt>
    <dgm:pt modelId="{14D9E6BD-0A66-4ADC-A280-5CFDFD3A406C}" type="pres">
      <dgm:prSet presAssocID="{8F9802E3-3531-4CC1-AE54-4F67B59BF906}" presName="tx1" presStyleLbl="revTx" presStyleIdx="5" presStyleCnt="8"/>
      <dgm:spPr/>
    </dgm:pt>
    <dgm:pt modelId="{06C68BD3-BE63-4F20-8735-B953EA64C57F}" type="pres">
      <dgm:prSet presAssocID="{8F9802E3-3531-4CC1-AE54-4F67B59BF906}" presName="vert1" presStyleCnt="0"/>
      <dgm:spPr/>
    </dgm:pt>
    <dgm:pt modelId="{CCBB3193-985F-4191-BB32-CBB6E1BBD1B3}" type="pres">
      <dgm:prSet presAssocID="{FBBDA06D-B271-4072-97F4-BFDE7AD0CAD0}" presName="thickLine" presStyleLbl="alignNode1" presStyleIdx="6" presStyleCnt="8"/>
      <dgm:spPr/>
    </dgm:pt>
    <dgm:pt modelId="{DDEACFAA-73D7-40EE-835D-333ECD86D1DB}" type="pres">
      <dgm:prSet presAssocID="{FBBDA06D-B271-4072-97F4-BFDE7AD0CAD0}" presName="horz1" presStyleCnt="0"/>
      <dgm:spPr/>
    </dgm:pt>
    <dgm:pt modelId="{F6B5D4F7-D3AE-47B3-ACAA-77E1B2C66173}" type="pres">
      <dgm:prSet presAssocID="{FBBDA06D-B271-4072-97F4-BFDE7AD0CAD0}" presName="tx1" presStyleLbl="revTx" presStyleIdx="6" presStyleCnt="8"/>
      <dgm:spPr/>
    </dgm:pt>
    <dgm:pt modelId="{C8D85527-DD6D-45A6-8369-236792709B57}" type="pres">
      <dgm:prSet presAssocID="{FBBDA06D-B271-4072-97F4-BFDE7AD0CAD0}" presName="vert1" presStyleCnt="0"/>
      <dgm:spPr/>
    </dgm:pt>
    <dgm:pt modelId="{ED79E372-95CC-4E0E-BA35-F9EAEA7B04A7}" type="pres">
      <dgm:prSet presAssocID="{59CF3B61-0398-4527-B8B3-C5DE632D4905}" presName="thickLine" presStyleLbl="alignNode1" presStyleIdx="7" presStyleCnt="8"/>
      <dgm:spPr/>
    </dgm:pt>
    <dgm:pt modelId="{953B3E6E-FB2B-4B9D-902C-837C8023F56C}" type="pres">
      <dgm:prSet presAssocID="{59CF3B61-0398-4527-B8B3-C5DE632D4905}" presName="horz1" presStyleCnt="0"/>
      <dgm:spPr/>
    </dgm:pt>
    <dgm:pt modelId="{AEF94A69-EE08-45E5-B038-A8584F3EB4AC}" type="pres">
      <dgm:prSet presAssocID="{59CF3B61-0398-4527-B8B3-C5DE632D4905}" presName="tx1" presStyleLbl="revTx" presStyleIdx="7" presStyleCnt="8"/>
      <dgm:spPr/>
    </dgm:pt>
    <dgm:pt modelId="{E477DF36-F4F2-469E-A4EC-699FB1337263}" type="pres">
      <dgm:prSet presAssocID="{59CF3B61-0398-4527-B8B3-C5DE632D4905}" presName="vert1" presStyleCnt="0"/>
      <dgm:spPr/>
    </dgm:pt>
  </dgm:ptLst>
  <dgm:cxnLst>
    <dgm:cxn modelId="{505E8701-578D-4D08-AC02-5F68A5260E81}" type="presOf" srcId="{59CF3B61-0398-4527-B8B3-C5DE632D4905}" destId="{AEF94A69-EE08-45E5-B038-A8584F3EB4AC}" srcOrd="0" destOrd="0" presId="urn:microsoft.com/office/officeart/2008/layout/LinedList"/>
    <dgm:cxn modelId="{B36A660C-8C1F-4163-B667-7203C35C0BA4}" type="presOf" srcId="{FBBDA06D-B271-4072-97F4-BFDE7AD0CAD0}" destId="{F6B5D4F7-D3AE-47B3-ACAA-77E1B2C66173}" srcOrd="0" destOrd="0" presId="urn:microsoft.com/office/officeart/2008/layout/LinedList"/>
    <dgm:cxn modelId="{8CFF1626-BCA3-4A0F-9F9E-AB703DE155CE}" type="presOf" srcId="{FA1FE274-7667-4CC9-AEED-D9D61196891E}" destId="{ADE751DA-4539-4522-9ADE-A4D0678355B7}" srcOrd="0" destOrd="0" presId="urn:microsoft.com/office/officeart/2008/layout/LinedList"/>
    <dgm:cxn modelId="{E728BF3E-78BF-4740-A1EB-165D89CACB4C}" srcId="{0A2E4E09-B046-44A5-A260-2057F8CF8CEB}" destId="{31D41CEF-7E6A-42E6-AA36-AA9E0E6F614A}" srcOrd="1" destOrd="0" parTransId="{046E68BE-D874-4CCC-96D3-593BC8F679F0}" sibTransId="{CF44134D-FE4D-4E25-9892-75A3F33F3D52}"/>
    <dgm:cxn modelId="{1387005F-29CF-4583-BE4B-7EBC4FCD251B}" srcId="{0A2E4E09-B046-44A5-A260-2057F8CF8CEB}" destId="{59CF3B61-0398-4527-B8B3-C5DE632D4905}" srcOrd="7" destOrd="0" parTransId="{7963BDDC-3922-4296-905E-9BD2D29E14F2}" sibTransId="{1FF26634-C019-4EB0-8D78-4E52A2AC058B}"/>
    <dgm:cxn modelId="{27C40671-6521-4A65-84D0-4E0FEF84B437}" srcId="{0A2E4E09-B046-44A5-A260-2057F8CF8CEB}" destId="{FBBDA06D-B271-4072-97F4-BFDE7AD0CAD0}" srcOrd="6" destOrd="0" parTransId="{01A56437-7E84-4CF3-9574-D0F595957D06}" sibTransId="{6501CFAC-FFE1-4A13-A020-A5988E467F90}"/>
    <dgm:cxn modelId="{EB7EF153-EF02-4F15-9C89-980C3930A714}" srcId="{0A2E4E09-B046-44A5-A260-2057F8CF8CEB}" destId="{A7F67039-CC66-4E00-B193-7E08D8EB6310}" srcOrd="0" destOrd="0" parTransId="{222E60D1-D747-4C95-A66E-95C3204B2406}" sibTransId="{F7AAA849-C837-4041-96EF-CE7C95F3DA25}"/>
    <dgm:cxn modelId="{4694EA7C-A131-4D12-A108-C0E4DCA6913D}" srcId="{0A2E4E09-B046-44A5-A260-2057F8CF8CEB}" destId="{8F9802E3-3531-4CC1-AE54-4F67B59BF906}" srcOrd="5" destOrd="0" parTransId="{EA8CB8FB-F326-41B6-9D09-C9FD12BA1588}" sibTransId="{17271D17-2F86-45DD-9DB8-1CFF1E0171ED}"/>
    <dgm:cxn modelId="{7A88E281-F323-43F1-ADC4-3CD457116292}" type="presOf" srcId="{A7F67039-CC66-4E00-B193-7E08D8EB6310}" destId="{496CFBC0-94E4-48B4-941D-ED3A42FF9FB1}" srcOrd="0" destOrd="0" presId="urn:microsoft.com/office/officeart/2008/layout/LinedList"/>
    <dgm:cxn modelId="{4484F495-A4CC-4030-856A-C3EF55DEDC01}" srcId="{0A2E4E09-B046-44A5-A260-2057F8CF8CEB}" destId="{FA1FE274-7667-4CC9-AEED-D9D61196891E}" srcOrd="3" destOrd="0" parTransId="{C6DFECFD-FD16-4F00-9CDB-B3362B2E2408}" sibTransId="{0C22C37F-938B-4FEF-93E7-A213A5615B82}"/>
    <dgm:cxn modelId="{65FD1FA6-557D-4E1A-B375-3C234E7A7C4C}" type="presOf" srcId="{504D58F4-5CDE-4593-9A49-808608FD9D5B}" destId="{8F76F006-3338-45D9-8B5B-3A4928A58F83}" srcOrd="0" destOrd="0" presId="urn:microsoft.com/office/officeart/2008/layout/LinedList"/>
    <dgm:cxn modelId="{87746BC9-BE0F-4A68-8EC7-BB4EAA04AD61}" srcId="{0A2E4E09-B046-44A5-A260-2057F8CF8CEB}" destId="{D675713B-F6EC-43AA-9693-494D55BDDF9E}" srcOrd="4" destOrd="0" parTransId="{F891E1B8-C710-4C6E-AEFB-1A49D17C2C51}" sibTransId="{C5B186FD-CCF4-4557-9B0E-ACE32A7DA092}"/>
    <dgm:cxn modelId="{FCB7BBD2-B7ED-4A96-9486-3BAF48316A3B}" type="presOf" srcId="{D675713B-F6EC-43AA-9693-494D55BDDF9E}" destId="{A18594EF-2A98-49E4-AD8E-5EA1A73A7F56}" srcOrd="0" destOrd="0" presId="urn:microsoft.com/office/officeart/2008/layout/LinedList"/>
    <dgm:cxn modelId="{D51217D7-CD55-40C6-ACD5-C0DDA350CE4F}" type="presOf" srcId="{0A2E4E09-B046-44A5-A260-2057F8CF8CEB}" destId="{3C03BE14-7433-4C1E-A397-B62E8640E6E1}" srcOrd="0" destOrd="0" presId="urn:microsoft.com/office/officeart/2008/layout/LinedList"/>
    <dgm:cxn modelId="{5EA510D9-DC20-49CB-8006-A0928541CC07}" srcId="{0A2E4E09-B046-44A5-A260-2057F8CF8CEB}" destId="{504D58F4-5CDE-4593-9A49-808608FD9D5B}" srcOrd="2" destOrd="0" parTransId="{BAA6F19D-3AAF-4C84-8684-B8679CA2A953}" sibTransId="{8AA7B6D8-EFCF-4432-9C13-1C09BCB4717D}"/>
    <dgm:cxn modelId="{D1AD8BF1-0B2B-4D9E-B0E4-BB54B8FDDBFD}" type="presOf" srcId="{31D41CEF-7E6A-42E6-AA36-AA9E0E6F614A}" destId="{FB0B0335-BB89-46AE-8622-115B1968F94E}" srcOrd="0" destOrd="0" presId="urn:microsoft.com/office/officeart/2008/layout/LinedList"/>
    <dgm:cxn modelId="{238669F4-8FD2-4D4E-AA67-3249EB9B7DD1}" type="presOf" srcId="{8F9802E3-3531-4CC1-AE54-4F67B59BF906}" destId="{14D9E6BD-0A66-4ADC-A280-5CFDFD3A406C}" srcOrd="0" destOrd="0" presId="urn:microsoft.com/office/officeart/2008/layout/LinedList"/>
    <dgm:cxn modelId="{09C9CBD5-8B40-4D33-B482-D3EA5EE450F8}" type="presParOf" srcId="{3C03BE14-7433-4C1E-A397-B62E8640E6E1}" destId="{EDED0183-19D5-4822-B227-10AC3A765719}" srcOrd="0" destOrd="0" presId="urn:microsoft.com/office/officeart/2008/layout/LinedList"/>
    <dgm:cxn modelId="{4C619BF6-258B-4F7A-B1A2-E5E8799276E0}" type="presParOf" srcId="{3C03BE14-7433-4C1E-A397-B62E8640E6E1}" destId="{B22A0286-80DF-4D1A-9645-2500469E3328}" srcOrd="1" destOrd="0" presId="urn:microsoft.com/office/officeart/2008/layout/LinedList"/>
    <dgm:cxn modelId="{2C75416F-D4C4-4958-8B84-87AAFE8E12E2}" type="presParOf" srcId="{B22A0286-80DF-4D1A-9645-2500469E3328}" destId="{496CFBC0-94E4-48B4-941D-ED3A42FF9FB1}" srcOrd="0" destOrd="0" presId="urn:microsoft.com/office/officeart/2008/layout/LinedList"/>
    <dgm:cxn modelId="{EB681889-3BE3-4032-852C-EBBC26420079}" type="presParOf" srcId="{B22A0286-80DF-4D1A-9645-2500469E3328}" destId="{7F0B3A2A-9CE7-4306-9998-48E570B931A9}" srcOrd="1" destOrd="0" presId="urn:microsoft.com/office/officeart/2008/layout/LinedList"/>
    <dgm:cxn modelId="{1750F14A-CB6B-41D1-91BC-503E45F26D96}" type="presParOf" srcId="{3C03BE14-7433-4C1E-A397-B62E8640E6E1}" destId="{FEEB0D98-100A-4C1A-8DF3-2AB8B2DC8CC3}" srcOrd="2" destOrd="0" presId="urn:microsoft.com/office/officeart/2008/layout/LinedList"/>
    <dgm:cxn modelId="{76B784F6-A77C-4727-A34D-CBFAC5C0E331}" type="presParOf" srcId="{3C03BE14-7433-4C1E-A397-B62E8640E6E1}" destId="{62E140C0-8D68-4194-AF65-76EFDA62EFCF}" srcOrd="3" destOrd="0" presId="urn:microsoft.com/office/officeart/2008/layout/LinedList"/>
    <dgm:cxn modelId="{205BE82A-0C5C-477A-9F26-B90C3558924C}" type="presParOf" srcId="{62E140C0-8D68-4194-AF65-76EFDA62EFCF}" destId="{FB0B0335-BB89-46AE-8622-115B1968F94E}" srcOrd="0" destOrd="0" presId="urn:microsoft.com/office/officeart/2008/layout/LinedList"/>
    <dgm:cxn modelId="{71FEBEAD-C71F-41A6-8E89-F7EAA369606D}" type="presParOf" srcId="{62E140C0-8D68-4194-AF65-76EFDA62EFCF}" destId="{0662F74A-74A3-4A96-B453-93DE8929D08A}" srcOrd="1" destOrd="0" presId="urn:microsoft.com/office/officeart/2008/layout/LinedList"/>
    <dgm:cxn modelId="{9221F948-DD0B-4F44-84EE-0C8D00F836CF}" type="presParOf" srcId="{3C03BE14-7433-4C1E-A397-B62E8640E6E1}" destId="{C7E66439-196C-4FAD-8878-E0C9F5C49B9D}" srcOrd="4" destOrd="0" presId="urn:microsoft.com/office/officeart/2008/layout/LinedList"/>
    <dgm:cxn modelId="{484F7F31-12D1-44B2-8BD1-FAF788408578}" type="presParOf" srcId="{3C03BE14-7433-4C1E-A397-B62E8640E6E1}" destId="{02AFFFF9-7907-46ED-AE8F-628A7FF72C42}" srcOrd="5" destOrd="0" presId="urn:microsoft.com/office/officeart/2008/layout/LinedList"/>
    <dgm:cxn modelId="{F3E9E8E3-DC2A-4E06-A51D-3CBA33559775}" type="presParOf" srcId="{02AFFFF9-7907-46ED-AE8F-628A7FF72C42}" destId="{8F76F006-3338-45D9-8B5B-3A4928A58F83}" srcOrd="0" destOrd="0" presId="urn:microsoft.com/office/officeart/2008/layout/LinedList"/>
    <dgm:cxn modelId="{D84458DE-75B1-4956-9DB3-F808F2DC854C}" type="presParOf" srcId="{02AFFFF9-7907-46ED-AE8F-628A7FF72C42}" destId="{D6F2CDB6-D7E2-4265-B98D-7BA4C3E40C39}" srcOrd="1" destOrd="0" presId="urn:microsoft.com/office/officeart/2008/layout/LinedList"/>
    <dgm:cxn modelId="{B1D86AE8-88F7-40F2-B40C-FF39E8FE1768}" type="presParOf" srcId="{3C03BE14-7433-4C1E-A397-B62E8640E6E1}" destId="{C728A9DD-2AAC-4C1D-90FA-BCE14D626797}" srcOrd="6" destOrd="0" presId="urn:microsoft.com/office/officeart/2008/layout/LinedList"/>
    <dgm:cxn modelId="{E00509D6-22EA-4D7A-8E6B-F38419FBF7A6}" type="presParOf" srcId="{3C03BE14-7433-4C1E-A397-B62E8640E6E1}" destId="{8435C115-5CA9-49FD-90BF-73EAADCC0A22}" srcOrd="7" destOrd="0" presId="urn:microsoft.com/office/officeart/2008/layout/LinedList"/>
    <dgm:cxn modelId="{EADA67E4-4617-466A-BA9E-41037A4E7381}" type="presParOf" srcId="{8435C115-5CA9-49FD-90BF-73EAADCC0A22}" destId="{ADE751DA-4539-4522-9ADE-A4D0678355B7}" srcOrd="0" destOrd="0" presId="urn:microsoft.com/office/officeart/2008/layout/LinedList"/>
    <dgm:cxn modelId="{BA1409D5-7543-415D-995E-A75EBDFEEC2D}" type="presParOf" srcId="{8435C115-5CA9-49FD-90BF-73EAADCC0A22}" destId="{84DE027D-9490-44D2-8CBF-7F72273EAF6A}" srcOrd="1" destOrd="0" presId="urn:microsoft.com/office/officeart/2008/layout/LinedList"/>
    <dgm:cxn modelId="{E92958C8-5194-4E0F-A687-AE9844E3A04B}" type="presParOf" srcId="{3C03BE14-7433-4C1E-A397-B62E8640E6E1}" destId="{679814C4-1232-49F6-8C75-1D21AD3BAE3E}" srcOrd="8" destOrd="0" presId="urn:microsoft.com/office/officeart/2008/layout/LinedList"/>
    <dgm:cxn modelId="{02C65EA7-BD06-4B79-BDE1-D121F4D59694}" type="presParOf" srcId="{3C03BE14-7433-4C1E-A397-B62E8640E6E1}" destId="{5F4C829A-1199-417E-B776-85EC592908A8}" srcOrd="9" destOrd="0" presId="urn:microsoft.com/office/officeart/2008/layout/LinedList"/>
    <dgm:cxn modelId="{D325AADC-1736-41D0-A4AB-6954640162BF}" type="presParOf" srcId="{5F4C829A-1199-417E-B776-85EC592908A8}" destId="{A18594EF-2A98-49E4-AD8E-5EA1A73A7F56}" srcOrd="0" destOrd="0" presId="urn:microsoft.com/office/officeart/2008/layout/LinedList"/>
    <dgm:cxn modelId="{0479CB7F-D4E1-485D-9E1B-3CA077417ED2}" type="presParOf" srcId="{5F4C829A-1199-417E-B776-85EC592908A8}" destId="{CFB9F64B-F435-421F-A626-B7FED1AB6116}" srcOrd="1" destOrd="0" presId="urn:microsoft.com/office/officeart/2008/layout/LinedList"/>
    <dgm:cxn modelId="{66E043F3-781B-4D48-893A-28767C3194AB}" type="presParOf" srcId="{3C03BE14-7433-4C1E-A397-B62E8640E6E1}" destId="{13874A42-EBFE-48BE-BA00-19DE7295E564}" srcOrd="10" destOrd="0" presId="urn:microsoft.com/office/officeart/2008/layout/LinedList"/>
    <dgm:cxn modelId="{F67E7928-1956-45C3-9D81-02249ED2A418}" type="presParOf" srcId="{3C03BE14-7433-4C1E-A397-B62E8640E6E1}" destId="{33219CC6-7630-4B27-AAF8-6FFD97299FFF}" srcOrd="11" destOrd="0" presId="urn:microsoft.com/office/officeart/2008/layout/LinedList"/>
    <dgm:cxn modelId="{AEE9121C-39C8-4B73-A5F0-9086315C9FCF}" type="presParOf" srcId="{33219CC6-7630-4B27-AAF8-6FFD97299FFF}" destId="{14D9E6BD-0A66-4ADC-A280-5CFDFD3A406C}" srcOrd="0" destOrd="0" presId="urn:microsoft.com/office/officeart/2008/layout/LinedList"/>
    <dgm:cxn modelId="{6188C424-2D5D-42F9-8043-C5F7D10A1843}" type="presParOf" srcId="{33219CC6-7630-4B27-AAF8-6FFD97299FFF}" destId="{06C68BD3-BE63-4F20-8735-B953EA64C57F}" srcOrd="1" destOrd="0" presId="urn:microsoft.com/office/officeart/2008/layout/LinedList"/>
    <dgm:cxn modelId="{40AB74A9-2A3E-4C8B-A4C0-AAE590FE9BCA}" type="presParOf" srcId="{3C03BE14-7433-4C1E-A397-B62E8640E6E1}" destId="{CCBB3193-985F-4191-BB32-CBB6E1BBD1B3}" srcOrd="12" destOrd="0" presId="urn:microsoft.com/office/officeart/2008/layout/LinedList"/>
    <dgm:cxn modelId="{5A90E76E-6A54-4ECC-992B-D60D80D1A8C2}" type="presParOf" srcId="{3C03BE14-7433-4C1E-A397-B62E8640E6E1}" destId="{DDEACFAA-73D7-40EE-835D-333ECD86D1DB}" srcOrd="13" destOrd="0" presId="urn:microsoft.com/office/officeart/2008/layout/LinedList"/>
    <dgm:cxn modelId="{1B4248EC-60ED-40E7-9079-D476CEB55142}" type="presParOf" srcId="{DDEACFAA-73D7-40EE-835D-333ECD86D1DB}" destId="{F6B5D4F7-D3AE-47B3-ACAA-77E1B2C66173}" srcOrd="0" destOrd="0" presId="urn:microsoft.com/office/officeart/2008/layout/LinedList"/>
    <dgm:cxn modelId="{0FB84D66-9CB6-47E9-B3C4-DCAF55A94DD9}" type="presParOf" srcId="{DDEACFAA-73D7-40EE-835D-333ECD86D1DB}" destId="{C8D85527-DD6D-45A6-8369-236792709B57}" srcOrd="1" destOrd="0" presId="urn:microsoft.com/office/officeart/2008/layout/LinedList"/>
    <dgm:cxn modelId="{DF4C6926-9294-4FB2-9F4A-DD4B07B5DC1E}" type="presParOf" srcId="{3C03BE14-7433-4C1E-A397-B62E8640E6E1}" destId="{ED79E372-95CC-4E0E-BA35-F9EAEA7B04A7}" srcOrd="14" destOrd="0" presId="urn:microsoft.com/office/officeart/2008/layout/LinedList"/>
    <dgm:cxn modelId="{C425623C-E2A4-466F-B456-7F7CADDA874C}" type="presParOf" srcId="{3C03BE14-7433-4C1E-A397-B62E8640E6E1}" destId="{953B3E6E-FB2B-4B9D-902C-837C8023F56C}" srcOrd="15" destOrd="0" presId="urn:microsoft.com/office/officeart/2008/layout/LinedList"/>
    <dgm:cxn modelId="{15575815-97C4-419B-ABE0-5B890F85E603}" type="presParOf" srcId="{953B3E6E-FB2B-4B9D-902C-837C8023F56C}" destId="{AEF94A69-EE08-45E5-B038-A8584F3EB4AC}" srcOrd="0" destOrd="0" presId="urn:microsoft.com/office/officeart/2008/layout/LinedList"/>
    <dgm:cxn modelId="{0DD8E983-4997-4766-B364-D6FF10BDF4AD}" type="presParOf" srcId="{953B3E6E-FB2B-4B9D-902C-837C8023F56C}" destId="{E477DF36-F4F2-469E-A4EC-699FB133726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132F26-6415-4850-BB71-A08AED9D3C0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02890B-8C28-44CF-B71F-2B693C271BBC}">
      <dgm:prSet/>
      <dgm:spPr/>
      <dgm:t>
        <a:bodyPr/>
        <a:lstStyle/>
        <a:p>
          <a:r>
            <a:rPr lang="de-DE" b="0"/>
            <a:t>Webanwendung</a:t>
          </a:r>
          <a:endParaRPr lang="en-US"/>
        </a:p>
      </dgm:t>
    </dgm:pt>
    <dgm:pt modelId="{236C0025-6611-4F17-9763-BC24E464BBF0}" type="parTrans" cxnId="{C44E5481-37BD-4048-8D22-81908CFEAC8D}">
      <dgm:prSet/>
      <dgm:spPr/>
      <dgm:t>
        <a:bodyPr/>
        <a:lstStyle/>
        <a:p>
          <a:endParaRPr lang="en-US"/>
        </a:p>
      </dgm:t>
    </dgm:pt>
    <dgm:pt modelId="{4686C0CB-2067-4EFB-86A8-E2D0FA944AAD}" type="sibTrans" cxnId="{C44E5481-37BD-4048-8D22-81908CFEAC8D}">
      <dgm:prSet/>
      <dgm:spPr/>
      <dgm:t>
        <a:bodyPr/>
        <a:lstStyle/>
        <a:p>
          <a:endParaRPr lang="en-US"/>
        </a:p>
      </dgm:t>
    </dgm:pt>
    <dgm:pt modelId="{F9A4D6B7-D8B7-456B-9828-AB121E44B668}">
      <dgm:prSet/>
      <dgm:spPr/>
      <dgm:t>
        <a:bodyPr/>
        <a:lstStyle/>
        <a:p>
          <a:r>
            <a:rPr lang="de-DE" b="0"/>
            <a:t>• Plattformunabhängig</a:t>
          </a:r>
          <a:endParaRPr lang="en-US"/>
        </a:p>
      </dgm:t>
    </dgm:pt>
    <dgm:pt modelId="{D76D44A6-BA57-4E1F-9632-11B576F5C4CD}" type="parTrans" cxnId="{55D47976-5683-4FF7-AA70-61179C163837}">
      <dgm:prSet/>
      <dgm:spPr/>
      <dgm:t>
        <a:bodyPr/>
        <a:lstStyle/>
        <a:p>
          <a:endParaRPr lang="en-US"/>
        </a:p>
      </dgm:t>
    </dgm:pt>
    <dgm:pt modelId="{2B7CD04C-F591-4D82-AB92-E92C43764FC9}" type="sibTrans" cxnId="{55D47976-5683-4FF7-AA70-61179C163837}">
      <dgm:prSet/>
      <dgm:spPr/>
      <dgm:t>
        <a:bodyPr/>
        <a:lstStyle/>
        <a:p>
          <a:endParaRPr lang="en-US"/>
        </a:p>
      </dgm:t>
    </dgm:pt>
    <dgm:pt modelId="{0BF53772-6D5B-4C91-8DC2-1C2A5C51EE31}">
      <dgm:prSet/>
      <dgm:spPr/>
      <dgm:t>
        <a:bodyPr/>
        <a:lstStyle/>
        <a:p>
          <a:r>
            <a:rPr lang="de-DE" b="0"/>
            <a:t>• Einfacher Zugang und Teilen</a:t>
          </a:r>
          <a:endParaRPr lang="en-US"/>
        </a:p>
      </dgm:t>
    </dgm:pt>
    <dgm:pt modelId="{0D8090A2-3822-4358-9531-1FBEFF173304}" type="parTrans" cxnId="{8E3EED4F-F3C8-4EA4-9C3D-073E3A07D013}">
      <dgm:prSet/>
      <dgm:spPr/>
      <dgm:t>
        <a:bodyPr/>
        <a:lstStyle/>
        <a:p>
          <a:endParaRPr lang="en-US"/>
        </a:p>
      </dgm:t>
    </dgm:pt>
    <dgm:pt modelId="{4BA1D340-1C37-4EEB-9DC2-299BAB1D893B}" type="sibTrans" cxnId="{8E3EED4F-F3C8-4EA4-9C3D-073E3A07D013}">
      <dgm:prSet/>
      <dgm:spPr/>
      <dgm:t>
        <a:bodyPr/>
        <a:lstStyle/>
        <a:p>
          <a:endParaRPr lang="en-US"/>
        </a:p>
      </dgm:t>
    </dgm:pt>
    <dgm:pt modelId="{C049B4E0-9A3D-4EB7-9A3D-241CDD41A30B}" type="pres">
      <dgm:prSet presAssocID="{54132F26-6415-4850-BB71-A08AED9D3C03}" presName="outerComposite" presStyleCnt="0">
        <dgm:presLayoutVars>
          <dgm:chMax val="5"/>
          <dgm:dir/>
          <dgm:resizeHandles val="exact"/>
        </dgm:presLayoutVars>
      </dgm:prSet>
      <dgm:spPr/>
    </dgm:pt>
    <dgm:pt modelId="{8F01EE98-A894-479E-A33E-26CFD078CEE8}" type="pres">
      <dgm:prSet presAssocID="{54132F26-6415-4850-BB71-A08AED9D3C03}" presName="dummyMaxCanvas" presStyleCnt="0">
        <dgm:presLayoutVars/>
      </dgm:prSet>
      <dgm:spPr/>
    </dgm:pt>
    <dgm:pt modelId="{B59C9A48-B2CA-47A3-AE26-96A97C3604F6}" type="pres">
      <dgm:prSet presAssocID="{54132F26-6415-4850-BB71-A08AED9D3C03}" presName="ThreeNodes_1" presStyleLbl="node1" presStyleIdx="0" presStyleCnt="3">
        <dgm:presLayoutVars>
          <dgm:bulletEnabled val="1"/>
        </dgm:presLayoutVars>
      </dgm:prSet>
      <dgm:spPr/>
    </dgm:pt>
    <dgm:pt modelId="{E528CF75-E8A9-4430-B50D-A17156FA36AA}" type="pres">
      <dgm:prSet presAssocID="{54132F26-6415-4850-BB71-A08AED9D3C03}" presName="ThreeNodes_2" presStyleLbl="node1" presStyleIdx="1" presStyleCnt="3">
        <dgm:presLayoutVars>
          <dgm:bulletEnabled val="1"/>
        </dgm:presLayoutVars>
      </dgm:prSet>
      <dgm:spPr/>
    </dgm:pt>
    <dgm:pt modelId="{52757C12-88B4-4DBF-9BE0-B54331D871F9}" type="pres">
      <dgm:prSet presAssocID="{54132F26-6415-4850-BB71-A08AED9D3C03}" presName="ThreeNodes_3" presStyleLbl="node1" presStyleIdx="2" presStyleCnt="3">
        <dgm:presLayoutVars>
          <dgm:bulletEnabled val="1"/>
        </dgm:presLayoutVars>
      </dgm:prSet>
      <dgm:spPr/>
    </dgm:pt>
    <dgm:pt modelId="{A0B99E27-03F3-4C5E-8B92-287CA522F699}" type="pres">
      <dgm:prSet presAssocID="{54132F26-6415-4850-BB71-A08AED9D3C03}" presName="ThreeConn_1-2" presStyleLbl="fgAccFollowNode1" presStyleIdx="0" presStyleCnt="2">
        <dgm:presLayoutVars>
          <dgm:bulletEnabled val="1"/>
        </dgm:presLayoutVars>
      </dgm:prSet>
      <dgm:spPr/>
    </dgm:pt>
    <dgm:pt modelId="{95D9D7D1-2D37-4FB4-8E49-422F953AAA63}" type="pres">
      <dgm:prSet presAssocID="{54132F26-6415-4850-BB71-A08AED9D3C03}" presName="ThreeConn_2-3" presStyleLbl="fgAccFollowNode1" presStyleIdx="1" presStyleCnt="2">
        <dgm:presLayoutVars>
          <dgm:bulletEnabled val="1"/>
        </dgm:presLayoutVars>
      </dgm:prSet>
      <dgm:spPr/>
    </dgm:pt>
    <dgm:pt modelId="{7A5C0175-EAB8-4837-8F57-83DE862949BC}" type="pres">
      <dgm:prSet presAssocID="{54132F26-6415-4850-BB71-A08AED9D3C03}" presName="ThreeNodes_1_text" presStyleLbl="node1" presStyleIdx="2" presStyleCnt="3">
        <dgm:presLayoutVars>
          <dgm:bulletEnabled val="1"/>
        </dgm:presLayoutVars>
      </dgm:prSet>
      <dgm:spPr/>
    </dgm:pt>
    <dgm:pt modelId="{168D8D04-702A-484A-A0BE-86A6A41E43A7}" type="pres">
      <dgm:prSet presAssocID="{54132F26-6415-4850-BB71-A08AED9D3C03}" presName="ThreeNodes_2_text" presStyleLbl="node1" presStyleIdx="2" presStyleCnt="3">
        <dgm:presLayoutVars>
          <dgm:bulletEnabled val="1"/>
        </dgm:presLayoutVars>
      </dgm:prSet>
      <dgm:spPr/>
    </dgm:pt>
    <dgm:pt modelId="{326B4447-E3A8-4FB9-9D0A-AF1110D80DAF}" type="pres">
      <dgm:prSet presAssocID="{54132F26-6415-4850-BB71-A08AED9D3C0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182320D-055F-4806-9109-C11CEC45F54B}" type="presOf" srcId="{54132F26-6415-4850-BB71-A08AED9D3C03}" destId="{C049B4E0-9A3D-4EB7-9A3D-241CDD41A30B}" srcOrd="0" destOrd="0" presId="urn:microsoft.com/office/officeart/2005/8/layout/vProcess5"/>
    <dgm:cxn modelId="{6A971810-590A-4EED-B305-BA882AECCD09}" type="presOf" srcId="{F9A4D6B7-D8B7-456B-9828-AB121E44B668}" destId="{E528CF75-E8A9-4430-B50D-A17156FA36AA}" srcOrd="0" destOrd="0" presId="urn:microsoft.com/office/officeart/2005/8/layout/vProcess5"/>
    <dgm:cxn modelId="{9CF1EB12-C769-40DC-BA0F-9869A88B5582}" type="presOf" srcId="{2B7CD04C-F591-4D82-AB92-E92C43764FC9}" destId="{95D9D7D1-2D37-4FB4-8E49-422F953AAA63}" srcOrd="0" destOrd="0" presId="urn:microsoft.com/office/officeart/2005/8/layout/vProcess5"/>
    <dgm:cxn modelId="{4CF6721A-17E6-4416-82F3-80F986E0FE63}" type="presOf" srcId="{0BF53772-6D5B-4C91-8DC2-1C2A5C51EE31}" destId="{52757C12-88B4-4DBF-9BE0-B54331D871F9}" srcOrd="0" destOrd="0" presId="urn:microsoft.com/office/officeart/2005/8/layout/vProcess5"/>
    <dgm:cxn modelId="{C953D747-97C9-4177-8008-4A053027162F}" type="presOf" srcId="{0BF53772-6D5B-4C91-8DC2-1C2A5C51EE31}" destId="{326B4447-E3A8-4FB9-9D0A-AF1110D80DAF}" srcOrd="1" destOrd="0" presId="urn:microsoft.com/office/officeart/2005/8/layout/vProcess5"/>
    <dgm:cxn modelId="{68CDAD4E-D859-4E64-AF09-FF31B5BD0CDA}" type="presOf" srcId="{F9A4D6B7-D8B7-456B-9828-AB121E44B668}" destId="{168D8D04-702A-484A-A0BE-86A6A41E43A7}" srcOrd="1" destOrd="0" presId="urn:microsoft.com/office/officeart/2005/8/layout/vProcess5"/>
    <dgm:cxn modelId="{8E3EED4F-F3C8-4EA4-9C3D-073E3A07D013}" srcId="{54132F26-6415-4850-BB71-A08AED9D3C03}" destId="{0BF53772-6D5B-4C91-8DC2-1C2A5C51EE31}" srcOrd="2" destOrd="0" parTransId="{0D8090A2-3822-4358-9531-1FBEFF173304}" sibTransId="{4BA1D340-1C37-4EEB-9DC2-299BAB1D893B}"/>
    <dgm:cxn modelId="{55D47976-5683-4FF7-AA70-61179C163837}" srcId="{54132F26-6415-4850-BB71-A08AED9D3C03}" destId="{F9A4D6B7-D8B7-456B-9828-AB121E44B668}" srcOrd="1" destOrd="0" parTransId="{D76D44A6-BA57-4E1F-9632-11B576F5C4CD}" sibTransId="{2B7CD04C-F591-4D82-AB92-E92C43764FC9}"/>
    <dgm:cxn modelId="{C44E5481-37BD-4048-8D22-81908CFEAC8D}" srcId="{54132F26-6415-4850-BB71-A08AED9D3C03}" destId="{8902890B-8C28-44CF-B71F-2B693C271BBC}" srcOrd="0" destOrd="0" parTransId="{236C0025-6611-4F17-9763-BC24E464BBF0}" sibTransId="{4686C0CB-2067-4EFB-86A8-E2D0FA944AAD}"/>
    <dgm:cxn modelId="{B37E2187-503D-46BC-A2E9-7B7EA2E24A49}" type="presOf" srcId="{4686C0CB-2067-4EFB-86A8-E2D0FA944AAD}" destId="{A0B99E27-03F3-4C5E-8B92-287CA522F699}" srcOrd="0" destOrd="0" presId="urn:microsoft.com/office/officeart/2005/8/layout/vProcess5"/>
    <dgm:cxn modelId="{43B8C6B0-FB84-4B79-A3EC-E53F59F1A199}" type="presOf" srcId="{8902890B-8C28-44CF-B71F-2B693C271BBC}" destId="{B59C9A48-B2CA-47A3-AE26-96A97C3604F6}" srcOrd="0" destOrd="0" presId="urn:microsoft.com/office/officeart/2005/8/layout/vProcess5"/>
    <dgm:cxn modelId="{AEDF70D3-996E-4880-9C6B-BA12E941DEC1}" type="presOf" srcId="{8902890B-8C28-44CF-B71F-2B693C271BBC}" destId="{7A5C0175-EAB8-4837-8F57-83DE862949BC}" srcOrd="1" destOrd="0" presId="urn:microsoft.com/office/officeart/2005/8/layout/vProcess5"/>
    <dgm:cxn modelId="{4B6B6B85-229B-48F7-84A2-91EC01551235}" type="presParOf" srcId="{C049B4E0-9A3D-4EB7-9A3D-241CDD41A30B}" destId="{8F01EE98-A894-479E-A33E-26CFD078CEE8}" srcOrd="0" destOrd="0" presId="urn:microsoft.com/office/officeart/2005/8/layout/vProcess5"/>
    <dgm:cxn modelId="{E4433038-80FD-450F-8C73-82111720B2DC}" type="presParOf" srcId="{C049B4E0-9A3D-4EB7-9A3D-241CDD41A30B}" destId="{B59C9A48-B2CA-47A3-AE26-96A97C3604F6}" srcOrd="1" destOrd="0" presId="urn:microsoft.com/office/officeart/2005/8/layout/vProcess5"/>
    <dgm:cxn modelId="{27CE492E-93BE-461B-97FC-1E44237629A5}" type="presParOf" srcId="{C049B4E0-9A3D-4EB7-9A3D-241CDD41A30B}" destId="{E528CF75-E8A9-4430-B50D-A17156FA36AA}" srcOrd="2" destOrd="0" presId="urn:microsoft.com/office/officeart/2005/8/layout/vProcess5"/>
    <dgm:cxn modelId="{15C6F513-E1D6-4E4D-8121-6159DB8D00FE}" type="presParOf" srcId="{C049B4E0-9A3D-4EB7-9A3D-241CDD41A30B}" destId="{52757C12-88B4-4DBF-9BE0-B54331D871F9}" srcOrd="3" destOrd="0" presId="urn:microsoft.com/office/officeart/2005/8/layout/vProcess5"/>
    <dgm:cxn modelId="{974BF554-B2D0-4EEE-8673-0CD1726693BD}" type="presParOf" srcId="{C049B4E0-9A3D-4EB7-9A3D-241CDD41A30B}" destId="{A0B99E27-03F3-4C5E-8B92-287CA522F699}" srcOrd="4" destOrd="0" presId="urn:microsoft.com/office/officeart/2005/8/layout/vProcess5"/>
    <dgm:cxn modelId="{68F9BCFF-AB08-49E2-9877-C88B11213A20}" type="presParOf" srcId="{C049B4E0-9A3D-4EB7-9A3D-241CDD41A30B}" destId="{95D9D7D1-2D37-4FB4-8E49-422F953AAA63}" srcOrd="5" destOrd="0" presId="urn:microsoft.com/office/officeart/2005/8/layout/vProcess5"/>
    <dgm:cxn modelId="{DD9D3CE7-8491-4894-A200-83DA8B06419F}" type="presParOf" srcId="{C049B4E0-9A3D-4EB7-9A3D-241CDD41A30B}" destId="{7A5C0175-EAB8-4837-8F57-83DE862949BC}" srcOrd="6" destOrd="0" presId="urn:microsoft.com/office/officeart/2005/8/layout/vProcess5"/>
    <dgm:cxn modelId="{0B6448F9-125C-4338-AC3A-7383BE7001C3}" type="presParOf" srcId="{C049B4E0-9A3D-4EB7-9A3D-241CDD41A30B}" destId="{168D8D04-702A-484A-A0BE-86A6A41E43A7}" srcOrd="7" destOrd="0" presId="urn:microsoft.com/office/officeart/2005/8/layout/vProcess5"/>
    <dgm:cxn modelId="{5A41E34D-561F-433A-8B1A-04D34A104C18}" type="presParOf" srcId="{C049B4E0-9A3D-4EB7-9A3D-241CDD41A30B}" destId="{326B4447-E3A8-4FB9-9D0A-AF1110D80DA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5EA95A-E337-4271-9467-8697CE5E6CB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410EDFC-CE9A-4187-8E8D-13C1B2E8EE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/>
            <a:t>• Front-End: Läuft im Browser, fokussiert auf User Experience und Anschaulichkeit</a:t>
          </a:r>
          <a:endParaRPr lang="en-US"/>
        </a:p>
      </dgm:t>
    </dgm:pt>
    <dgm:pt modelId="{11A22B7E-6F5A-42AD-A915-E078EC120531}" type="parTrans" cxnId="{12EB6B67-8F87-40F1-9390-FB2BBCE2AE83}">
      <dgm:prSet/>
      <dgm:spPr/>
      <dgm:t>
        <a:bodyPr/>
        <a:lstStyle/>
        <a:p>
          <a:endParaRPr lang="en-US"/>
        </a:p>
      </dgm:t>
    </dgm:pt>
    <dgm:pt modelId="{8C3C16AC-7578-44E1-9125-32D8DE2CB40F}" type="sibTrans" cxnId="{12EB6B67-8F87-40F1-9390-FB2BBCE2AE83}">
      <dgm:prSet/>
      <dgm:spPr/>
      <dgm:t>
        <a:bodyPr/>
        <a:lstStyle/>
        <a:p>
          <a:endParaRPr lang="en-US"/>
        </a:p>
      </dgm:t>
    </dgm:pt>
    <dgm:pt modelId="{3D5C0CF0-48BA-4F6E-8A61-3E0FAB9AF2B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/>
            <a:t>• Backend: Zuständig für Rechnungen und Anfragen</a:t>
          </a:r>
          <a:endParaRPr lang="en-US"/>
        </a:p>
      </dgm:t>
    </dgm:pt>
    <dgm:pt modelId="{87EFE7CE-075D-43F0-A189-3AFE5F9A7549}" type="parTrans" cxnId="{B4DE5F84-1D94-4C04-8D92-4A767BB6B051}">
      <dgm:prSet/>
      <dgm:spPr/>
      <dgm:t>
        <a:bodyPr/>
        <a:lstStyle/>
        <a:p>
          <a:endParaRPr lang="en-US"/>
        </a:p>
      </dgm:t>
    </dgm:pt>
    <dgm:pt modelId="{2AC04389-0E5B-4949-A5D4-CCEC7500E72A}" type="sibTrans" cxnId="{B4DE5F84-1D94-4C04-8D92-4A767BB6B051}">
      <dgm:prSet/>
      <dgm:spPr/>
      <dgm:t>
        <a:bodyPr/>
        <a:lstStyle/>
        <a:p>
          <a:endParaRPr lang="en-US"/>
        </a:p>
      </dgm:t>
    </dgm:pt>
    <dgm:pt modelId="{2AB4886B-1143-49CD-A948-74F1C97FB7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/>
            <a:t>• Datenbank: Speichert Quiz und Nutzerdaten</a:t>
          </a:r>
          <a:endParaRPr lang="en-US"/>
        </a:p>
      </dgm:t>
    </dgm:pt>
    <dgm:pt modelId="{D41F7EE2-27CA-4CA7-A7FC-E4E3704CE8C8}" type="parTrans" cxnId="{8FCE81B3-9026-4E23-ACFE-BDA86746CE3D}">
      <dgm:prSet/>
      <dgm:spPr/>
      <dgm:t>
        <a:bodyPr/>
        <a:lstStyle/>
        <a:p>
          <a:endParaRPr lang="en-US"/>
        </a:p>
      </dgm:t>
    </dgm:pt>
    <dgm:pt modelId="{8625D370-5CE9-40C3-81C5-7A12AD07E8A6}" type="sibTrans" cxnId="{8FCE81B3-9026-4E23-ACFE-BDA86746CE3D}">
      <dgm:prSet/>
      <dgm:spPr/>
      <dgm:t>
        <a:bodyPr/>
        <a:lstStyle/>
        <a:p>
          <a:endParaRPr lang="en-US"/>
        </a:p>
      </dgm:t>
    </dgm:pt>
    <dgm:pt modelId="{332FE904-B2B9-4B31-B37A-5C0758D38685}" type="pres">
      <dgm:prSet presAssocID="{035EA95A-E337-4271-9467-8697CE5E6CBE}" presName="root" presStyleCnt="0">
        <dgm:presLayoutVars>
          <dgm:dir/>
          <dgm:resizeHandles val="exact"/>
        </dgm:presLayoutVars>
      </dgm:prSet>
      <dgm:spPr/>
    </dgm:pt>
    <dgm:pt modelId="{09ABEA40-9729-4D8C-84F4-0E9E7D59150E}" type="pres">
      <dgm:prSet presAssocID="{E410EDFC-CE9A-4187-8E8D-13C1B2E8EEDC}" presName="compNode" presStyleCnt="0"/>
      <dgm:spPr/>
    </dgm:pt>
    <dgm:pt modelId="{D4D09FE3-238F-4B57-BF91-D0A306BAD33A}" type="pres">
      <dgm:prSet presAssocID="{E410EDFC-CE9A-4187-8E8D-13C1B2E8EED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7804EA1-9717-4DB3-8D2D-1713778EB59F}" type="pres">
      <dgm:prSet presAssocID="{E410EDFC-CE9A-4187-8E8D-13C1B2E8EE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71BE7F-E7E7-4BCD-BCFD-8CFAFC18EECD}" type="pres">
      <dgm:prSet presAssocID="{E410EDFC-CE9A-4187-8E8D-13C1B2E8EEDC}" presName="spaceRect" presStyleCnt="0"/>
      <dgm:spPr/>
    </dgm:pt>
    <dgm:pt modelId="{9ACEB170-84ED-4031-8170-F8BEEABDF807}" type="pres">
      <dgm:prSet presAssocID="{E410EDFC-CE9A-4187-8E8D-13C1B2E8EEDC}" presName="textRect" presStyleLbl="revTx" presStyleIdx="0" presStyleCnt="3">
        <dgm:presLayoutVars>
          <dgm:chMax val="1"/>
          <dgm:chPref val="1"/>
        </dgm:presLayoutVars>
      </dgm:prSet>
      <dgm:spPr/>
    </dgm:pt>
    <dgm:pt modelId="{FD7FF9E4-012B-442E-99AF-081D9C4E8DFD}" type="pres">
      <dgm:prSet presAssocID="{8C3C16AC-7578-44E1-9125-32D8DE2CB40F}" presName="sibTrans" presStyleCnt="0"/>
      <dgm:spPr/>
    </dgm:pt>
    <dgm:pt modelId="{4800A856-3AF1-45DA-A3A6-850706999F8B}" type="pres">
      <dgm:prSet presAssocID="{3D5C0CF0-48BA-4F6E-8A61-3E0FAB9AF2BE}" presName="compNode" presStyleCnt="0"/>
      <dgm:spPr/>
    </dgm:pt>
    <dgm:pt modelId="{ED5BA81E-83EF-4044-9988-6E9E33FC1AEE}" type="pres">
      <dgm:prSet presAssocID="{3D5C0CF0-48BA-4F6E-8A61-3E0FAB9AF2B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513EB8B-B9B4-481B-851B-B9E1145D6C46}" type="pres">
      <dgm:prSet presAssocID="{3D5C0CF0-48BA-4F6E-8A61-3E0FAB9AF2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500F14B6-5AD5-41A6-8F72-4EAD4393DDB3}" type="pres">
      <dgm:prSet presAssocID="{3D5C0CF0-48BA-4F6E-8A61-3E0FAB9AF2BE}" presName="spaceRect" presStyleCnt="0"/>
      <dgm:spPr/>
    </dgm:pt>
    <dgm:pt modelId="{A3275B2E-3399-43D9-A96C-C8E194EAE5FD}" type="pres">
      <dgm:prSet presAssocID="{3D5C0CF0-48BA-4F6E-8A61-3E0FAB9AF2BE}" presName="textRect" presStyleLbl="revTx" presStyleIdx="1" presStyleCnt="3">
        <dgm:presLayoutVars>
          <dgm:chMax val="1"/>
          <dgm:chPref val="1"/>
        </dgm:presLayoutVars>
      </dgm:prSet>
      <dgm:spPr/>
    </dgm:pt>
    <dgm:pt modelId="{F3E53B23-6382-4C05-8979-97400601A6FE}" type="pres">
      <dgm:prSet presAssocID="{2AC04389-0E5B-4949-A5D4-CCEC7500E72A}" presName="sibTrans" presStyleCnt="0"/>
      <dgm:spPr/>
    </dgm:pt>
    <dgm:pt modelId="{5E74ADEC-B54E-4C3E-8016-B67970745E5D}" type="pres">
      <dgm:prSet presAssocID="{2AB4886B-1143-49CD-A948-74F1C97FB7BC}" presName="compNode" presStyleCnt="0"/>
      <dgm:spPr/>
    </dgm:pt>
    <dgm:pt modelId="{3A975168-9666-41FE-AED2-F436CC7B0CE1}" type="pres">
      <dgm:prSet presAssocID="{2AB4886B-1143-49CD-A948-74F1C97FB7BC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6F33349-32F1-4A84-9CFA-38A85B220662}" type="pres">
      <dgm:prSet presAssocID="{2AB4886B-1143-49CD-A948-74F1C97FB7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E94F39B4-4358-482D-856A-DC074F80BA4C}" type="pres">
      <dgm:prSet presAssocID="{2AB4886B-1143-49CD-A948-74F1C97FB7BC}" presName="spaceRect" presStyleCnt="0"/>
      <dgm:spPr/>
    </dgm:pt>
    <dgm:pt modelId="{9FF7F50B-2C1E-47BC-9AB1-16E640FC0B24}" type="pres">
      <dgm:prSet presAssocID="{2AB4886B-1143-49CD-A948-74F1C97FB7B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EB6B67-8F87-40F1-9390-FB2BBCE2AE83}" srcId="{035EA95A-E337-4271-9467-8697CE5E6CBE}" destId="{E410EDFC-CE9A-4187-8E8D-13C1B2E8EEDC}" srcOrd="0" destOrd="0" parTransId="{11A22B7E-6F5A-42AD-A915-E078EC120531}" sibTransId="{8C3C16AC-7578-44E1-9125-32D8DE2CB40F}"/>
    <dgm:cxn modelId="{087E3958-1E46-4A2F-BEA4-38114219380F}" type="presOf" srcId="{3D5C0CF0-48BA-4F6E-8A61-3E0FAB9AF2BE}" destId="{A3275B2E-3399-43D9-A96C-C8E194EAE5FD}" srcOrd="0" destOrd="0" presId="urn:microsoft.com/office/officeart/2018/5/layout/IconLeafLabelList"/>
    <dgm:cxn modelId="{60547A78-07E9-4C49-A826-6663FA96397A}" type="presOf" srcId="{2AB4886B-1143-49CD-A948-74F1C97FB7BC}" destId="{9FF7F50B-2C1E-47BC-9AB1-16E640FC0B24}" srcOrd="0" destOrd="0" presId="urn:microsoft.com/office/officeart/2018/5/layout/IconLeafLabelList"/>
    <dgm:cxn modelId="{B4DE5F84-1D94-4C04-8D92-4A767BB6B051}" srcId="{035EA95A-E337-4271-9467-8697CE5E6CBE}" destId="{3D5C0CF0-48BA-4F6E-8A61-3E0FAB9AF2BE}" srcOrd="1" destOrd="0" parTransId="{87EFE7CE-075D-43F0-A189-3AFE5F9A7549}" sibTransId="{2AC04389-0E5B-4949-A5D4-CCEC7500E72A}"/>
    <dgm:cxn modelId="{B2F20B9E-8248-4F61-97EF-A81F76D88EC1}" type="presOf" srcId="{035EA95A-E337-4271-9467-8697CE5E6CBE}" destId="{332FE904-B2B9-4B31-B37A-5C0758D38685}" srcOrd="0" destOrd="0" presId="urn:microsoft.com/office/officeart/2018/5/layout/IconLeafLabelList"/>
    <dgm:cxn modelId="{8FCE81B3-9026-4E23-ACFE-BDA86746CE3D}" srcId="{035EA95A-E337-4271-9467-8697CE5E6CBE}" destId="{2AB4886B-1143-49CD-A948-74F1C97FB7BC}" srcOrd="2" destOrd="0" parTransId="{D41F7EE2-27CA-4CA7-A7FC-E4E3704CE8C8}" sibTransId="{8625D370-5CE9-40C3-81C5-7A12AD07E8A6}"/>
    <dgm:cxn modelId="{9A0AABCA-454B-4ABE-A217-EE26DC350F5B}" type="presOf" srcId="{E410EDFC-CE9A-4187-8E8D-13C1B2E8EEDC}" destId="{9ACEB170-84ED-4031-8170-F8BEEABDF807}" srcOrd="0" destOrd="0" presId="urn:microsoft.com/office/officeart/2018/5/layout/IconLeafLabelList"/>
    <dgm:cxn modelId="{92B1B1AC-410F-4C60-95C8-32965A83C9EC}" type="presParOf" srcId="{332FE904-B2B9-4B31-B37A-5C0758D38685}" destId="{09ABEA40-9729-4D8C-84F4-0E9E7D59150E}" srcOrd="0" destOrd="0" presId="urn:microsoft.com/office/officeart/2018/5/layout/IconLeafLabelList"/>
    <dgm:cxn modelId="{FB670AEF-F643-4E06-A5DF-9D7D130DFCB3}" type="presParOf" srcId="{09ABEA40-9729-4D8C-84F4-0E9E7D59150E}" destId="{D4D09FE3-238F-4B57-BF91-D0A306BAD33A}" srcOrd="0" destOrd="0" presId="urn:microsoft.com/office/officeart/2018/5/layout/IconLeafLabelList"/>
    <dgm:cxn modelId="{83FEB6BE-A395-4341-8647-5629CD9673C9}" type="presParOf" srcId="{09ABEA40-9729-4D8C-84F4-0E9E7D59150E}" destId="{17804EA1-9717-4DB3-8D2D-1713778EB59F}" srcOrd="1" destOrd="0" presId="urn:microsoft.com/office/officeart/2018/5/layout/IconLeafLabelList"/>
    <dgm:cxn modelId="{8DDAC86E-B1CA-4E87-AA8E-D1EBC094EDE5}" type="presParOf" srcId="{09ABEA40-9729-4D8C-84F4-0E9E7D59150E}" destId="{6771BE7F-E7E7-4BCD-BCFD-8CFAFC18EECD}" srcOrd="2" destOrd="0" presId="urn:microsoft.com/office/officeart/2018/5/layout/IconLeafLabelList"/>
    <dgm:cxn modelId="{A239DD71-C312-4E6D-B865-67FEF0677711}" type="presParOf" srcId="{09ABEA40-9729-4D8C-84F4-0E9E7D59150E}" destId="{9ACEB170-84ED-4031-8170-F8BEEABDF807}" srcOrd="3" destOrd="0" presId="urn:microsoft.com/office/officeart/2018/5/layout/IconLeafLabelList"/>
    <dgm:cxn modelId="{A0E10A76-15F6-42F1-8925-B1F3329B2914}" type="presParOf" srcId="{332FE904-B2B9-4B31-B37A-5C0758D38685}" destId="{FD7FF9E4-012B-442E-99AF-081D9C4E8DFD}" srcOrd="1" destOrd="0" presId="urn:microsoft.com/office/officeart/2018/5/layout/IconLeafLabelList"/>
    <dgm:cxn modelId="{532E7397-4BFA-4AA1-A1BB-39ECAFB96230}" type="presParOf" srcId="{332FE904-B2B9-4B31-B37A-5C0758D38685}" destId="{4800A856-3AF1-45DA-A3A6-850706999F8B}" srcOrd="2" destOrd="0" presId="urn:microsoft.com/office/officeart/2018/5/layout/IconLeafLabelList"/>
    <dgm:cxn modelId="{CF91830D-68C7-4E74-8A91-1411C4AE35AB}" type="presParOf" srcId="{4800A856-3AF1-45DA-A3A6-850706999F8B}" destId="{ED5BA81E-83EF-4044-9988-6E9E33FC1AEE}" srcOrd="0" destOrd="0" presId="urn:microsoft.com/office/officeart/2018/5/layout/IconLeafLabelList"/>
    <dgm:cxn modelId="{92917086-F328-4F15-AF4A-F91FD17C43A0}" type="presParOf" srcId="{4800A856-3AF1-45DA-A3A6-850706999F8B}" destId="{B513EB8B-B9B4-481B-851B-B9E1145D6C46}" srcOrd="1" destOrd="0" presId="urn:microsoft.com/office/officeart/2018/5/layout/IconLeafLabelList"/>
    <dgm:cxn modelId="{3C526A1D-DE19-4126-A3FF-7BCE49855DE3}" type="presParOf" srcId="{4800A856-3AF1-45DA-A3A6-850706999F8B}" destId="{500F14B6-5AD5-41A6-8F72-4EAD4393DDB3}" srcOrd="2" destOrd="0" presId="urn:microsoft.com/office/officeart/2018/5/layout/IconLeafLabelList"/>
    <dgm:cxn modelId="{BC3FE652-0E7E-4922-92FA-D7E09BD418B1}" type="presParOf" srcId="{4800A856-3AF1-45DA-A3A6-850706999F8B}" destId="{A3275B2E-3399-43D9-A96C-C8E194EAE5FD}" srcOrd="3" destOrd="0" presId="urn:microsoft.com/office/officeart/2018/5/layout/IconLeafLabelList"/>
    <dgm:cxn modelId="{4B565991-17F9-4EDE-925B-5D5A15376A72}" type="presParOf" srcId="{332FE904-B2B9-4B31-B37A-5C0758D38685}" destId="{F3E53B23-6382-4C05-8979-97400601A6FE}" srcOrd="3" destOrd="0" presId="urn:microsoft.com/office/officeart/2018/5/layout/IconLeafLabelList"/>
    <dgm:cxn modelId="{7BD5F027-9839-4353-A331-E6F60A69D32F}" type="presParOf" srcId="{332FE904-B2B9-4B31-B37A-5C0758D38685}" destId="{5E74ADEC-B54E-4C3E-8016-B67970745E5D}" srcOrd="4" destOrd="0" presId="urn:microsoft.com/office/officeart/2018/5/layout/IconLeafLabelList"/>
    <dgm:cxn modelId="{39F66C32-58C3-459B-BF54-2A0E3A0F7998}" type="presParOf" srcId="{5E74ADEC-B54E-4C3E-8016-B67970745E5D}" destId="{3A975168-9666-41FE-AED2-F436CC7B0CE1}" srcOrd="0" destOrd="0" presId="urn:microsoft.com/office/officeart/2018/5/layout/IconLeafLabelList"/>
    <dgm:cxn modelId="{D5F9C9A4-0D39-4F2F-80BA-D6F9D340DEC2}" type="presParOf" srcId="{5E74ADEC-B54E-4C3E-8016-B67970745E5D}" destId="{D6F33349-32F1-4A84-9CFA-38A85B220662}" srcOrd="1" destOrd="0" presId="urn:microsoft.com/office/officeart/2018/5/layout/IconLeafLabelList"/>
    <dgm:cxn modelId="{54343CF5-E19C-4874-8CB8-1563531661AB}" type="presParOf" srcId="{5E74ADEC-B54E-4C3E-8016-B67970745E5D}" destId="{E94F39B4-4358-482D-856A-DC074F80BA4C}" srcOrd="2" destOrd="0" presId="urn:microsoft.com/office/officeart/2018/5/layout/IconLeafLabelList"/>
    <dgm:cxn modelId="{116B4AB3-8EB2-4139-BB8E-446F48F839E7}" type="presParOf" srcId="{5E74ADEC-B54E-4C3E-8016-B67970745E5D}" destId="{9FF7F50B-2C1E-47BC-9AB1-16E640FC0B2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8B0095-2C82-4FDE-8EDA-ECD03E19EE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26F2CE9-E7A9-4F56-830A-1ACE8FBF122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• Java, Spring Boot: Verwendung von Thymeleaf und H2-Datenbank</a:t>
          </a:r>
          <a:endParaRPr lang="en-US"/>
        </a:p>
      </dgm:t>
    </dgm:pt>
    <dgm:pt modelId="{C2D67BE2-E4F6-4183-9049-6A30FA2A0776}" type="parTrans" cxnId="{513AB58B-754B-4122-955A-F4EE823038EE}">
      <dgm:prSet/>
      <dgm:spPr/>
      <dgm:t>
        <a:bodyPr/>
        <a:lstStyle/>
        <a:p>
          <a:endParaRPr lang="en-US"/>
        </a:p>
      </dgm:t>
    </dgm:pt>
    <dgm:pt modelId="{DDA97756-5676-4143-AF63-EBDE8B787C4F}" type="sibTrans" cxnId="{513AB58B-754B-4122-955A-F4EE823038EE}">
      <dgm:prSet/>
      <dgm:spPr/>
      <dgm:t>
        <a:bodyPr/>
        <a:lstStyle/>
        <a:p>
          <a:endParaRPr lang="en-US"/>
        </a:p>
      </dgm:t>
    </dgm:pt>
    <dgm:pt modelId="{110EA502-866E-46EA-A6CC-ED8CE0408E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• Node.js: Skriptsprache für dynamische Inhalte</a:t>
          </a:r>
          <a:endParaRPr lang="en-US"/>
        </a:p>
      </dgm:t>
    </dgm:pt>
    <dgm:pt modelId="{282FEA13-5F6A-4C1B-B103-6382B18D4951}" type="parTrans" cxnId="{3F155193-2F3C-4500-9192-1F0F0B8FD703}">
      <dgm:prSet/>
      <dgm:spPr/>
      <dgm:t>
        <a:bodyPr/>
        <a:lstStyle/>
        <a:p>
          <a:endParaRPr lang="en-US"/>
        </a:p>
      </dgm:t>
    </dgm:pt>
    <dgm:pt modelId="{EAE6D359-78FB-49C7-92C9-082F2B854592}" type="sibTrans" cxnId="{3F155193-2F3C-4500-9192-1F0F0B8FD703}">
      <dgm:prSet/>
      <dgm:spPr/>
      <dgm:t>
        <a:bodyPr/>
        <a:lstStyle/>
        <a:p>
          <a:endParaRPr lang="en-US"/>
        </a:p>
      </dgm:t>
    </dgm:pt>
    <dgm:pt modelId="{7FBDD104-3C8A-4572-8D89-570DB62BE3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• Docker: Containerisierung für effiziente Bereitstellung und Skalierbarkeit</a:t>
          </a:r>
          <a:endParaRPr lang="en-US"/>
        </a:p>
      </dgm:t>
    </dgm:pt>
    <dgm:pt modelId="{EA05AED6-A15D-4B8B-97CD-19E0A986FFD9}" type="parTrans" cxnId="{48DB7566-86ED-4949-8F19-95712E8D02E5}">
      <dgm:prSet/>
      <dgm:spPr/>
      <dgm:t>
        <a:bodyPr/>
        <a:lstStyle/>
        <a:p>
          <a:endParaRPr lang="en-US"/>
        </a:p>
      </dgm:t>
    </dgm:pt>
    <dgm:pt modelId="{110F3CE4-4E12-45EA-AD71-6D43062AB2FE}" type="sibTrans" cxnId="{48DB7566-86ED-4949-8F19-95712E8D02E5}">
      <dgm:prSet/>
      <dgm:spPr/>
      <dgm:t>
        <a:bodyPr/>
        <a:lstStyle/>
        <a:p>
          <a:endParaRPr lang="en-US"/>
        </a:p>
      </dgm:t>
    </dgm:pt>
    <dgm:pt modelId="{F8434C82-B07B-4849-B274-BE0A06F93485}" type="pres">
      <dgm:prSet presAssocID="{FE8B0095-2C82-4FDE-8EDA-ECD03E19EE49}" presName="root" presStyleCnt="0">
        <dgm:presLayoutVars>
          <dgm:dir/>
          <dgm:resizeHandles val="exact"/>
        </dgm:presLayoutVars>
      </dgm:prSet>
      <dgm:spPr/>
    </dgm:pt>
    <dgm:pt modelId="{EAE597CD-B88A-4632-B003-2C62C8293161}" type="pres">
      <dgm:prSet presAssocID="{D26F2CE9-E7A9-4F56-830A-1ACE8FBF1227}" presName="compNode" presStyleCnt="0"/>
      <dgm:spPr/>
    </dgm:pt>
    <dgm:pt modelId="{458398EA-3D4F-4A92-9772-ABFDF588789A}" type="pres">
      <dgm:prSet presAssocID="{D26F2CE9-E7A9-4F56-830A-1ACE8FBF1227}" presName="iconBgRect" presStyleLbl="bgShp" presStyleIdx="0" presStyleCnt="3"/>
      <dgm:spPr/>
    </dgm:pt>
    <dgm:pt modelId="{CAA52690-B829-484F-B182-FA44C39E0C0B}" type="pres">
      <dgm:prSet presAssocID="{D26F2CE9-E7A9-4F56-830A-1ACE8FBF122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BF5C6ACE-5354-4F02-BC73-BF635B1BD003}" type="pres">
      <dgm:prSet presAssocID="{D26F2CE9-E7A9-4F56-830A-1ACE8FBF1227}" presName="spaceRect" presStyleCnt="0"/>
      <dgm:spPr/>
    </dgm:pt>
    <dgm:pt modelId="{EBB8A15A-76F2-4B76-B140-FB919426DB3A}" type="pres">
      <dgm:prSet presAssocID="{D26F2CE9-E7A9-4F56-830A-1ACE8FBF1227}" presName="textRect" presStyleLbl="revTx" presStyleIdx="0" presStyleCnt="3">
        <dgm:presLayoutVars>
          <dgm:chMax val="1"/>
          <dgm:chPref val="1"/>
        </dgm:presLayoutVars>
      </dgm:prSet>
      <dgm:spPr/>
    </dgm:pt>
    <dgm:pt modelId="{2D3AB899-B54C-46F7-AD6E-7A58A006BD51}" type="pres">
      <dgm:prSet presAssocID="{DDA97756-5676-4143-AF63-EBDE8B787C4F}" presName="sibTrans" presStyleCnt="0"/>
      <dgm:spPr/>
    </dgm:pt>
    <dgm:pt modelId="{F605B25F-D17B-4C2C-8BBB-0F8DD2A48FCB}" type="pres">
      <dgm:prSet presAssocID="{110EA502-866E-46EA-A6CC-ED8CE0408E42}" presName="compNode" presStyleCnt="0"/>
      <dgm:spPr/>
    </dgm:pt>
    <dgm:pt modelId="{D59CD868-5186-4B26-8EA4-A565B8245578}" type="pres">
      <dgm:prSet presAssocID="{110EA502-866E-46EA-A6CC-ED8CE0408E42}" presName="iconBgRect" presStyleLbl="bgShp" presStyleIdx="1" presStyleCnt="3"/>
      <dgm:spPr/>
    </dgm:pt>
    <dgm:pt modelId="{43A0218D-7AA0-48C1-A3CA-FF14F52F5DCC}" type="pres">
      <dgm:prSet presAssocID="{110EA502-866E-46EA-A6CC-ED8CE0408E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4BE6AC37-69DA-49F5-B8A7-BA49F7D91769}" type="pres">
      <dgm:prSet presAssocID="{110EA502-866E-46EA-A6CC-ED8CE0408E42}" presName="spaceRect" presStyleCnt="0"/>
      <dgm:spPr/>
    </dgm:pt>
    <dgm:pt modelId="{4F9273C3-4EE2-47D0-A60D-428F27ED3D38}" type="pres">
      <dgm:prSet presAssocID="{110EA502-866E-46EA-A6CC-ED8CE0408E42}" presName="textRect" presStyleLbl="revTx" presStyleIdx="1" presStyleCnt="3">
        <dgm:presLayoutVars>
          <dgm:chMax val="1"/>
          <dgm:chPref val="1"/>
        </dgm:presLayoutVars>
      </dgm:prSet>
      <dgm:spPr/>
    </dgm:pt>
    <dgm:pt modelId="{A554B25C-2111-43C9-9908-5AC596E1E359}" type="pres">
      <dgm:prSet presAssocID="{EAE6D359-78FB-49C7-92C9-082F2B854592}" presName="sibTrans" presStyleCnt="0"/>
      <dgm:spPr/>
    </dgm:pt>
    <dgm:pt modelId="{9DC1A8CD-55C3-4CD1-AAF3-3803B5E9A849}" type="pres">
      <dgm:prSet presAssocID="{7FBDD104-3C8A-4572-8D89-570DB62BE35A}" presName="compNode" presStyleCnt="0"/>
      <dgm:spPr/>
    </dgm:pt>
    <dgm:pt modelId="{75665D1D-7683-4899-BA83-EE6EA93F001A}" type="pres">
      <dgm:prSet presAssocID="{7FBDD104-3C8A-4572-8D89-570DB62BE35A}" presName="iconBgRect" presStyleLbl="bgShp" presStyleIdx="2" presStyleCnt="3"/>
      <dgm:spPr/>
    </dgm:pt>
    <dgm:pt modelId="{0F09599A-3BBB-41F9-B944-96BA8A44B293}" type="pres">
      <dgm:prSet presAssocID="{7FBDD104-3C8A-4572-8D89-570DB62BE3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tertitel"/>
        </a:ext>
      </dgm:extLst>
    </dgm:pt>
    <dgm:pt modelId="{48B3254E-D17B-4920-B14F-5391CB6C7899}" type="pres">
      <dgm:prSet presAssocID="{7FBDD104-3C8A-4572-8D89-570DB62BE35A}" presName="spaceRect" presStyleCnt="0"/>
      <dgm:spPr/>
    </dgm:pt>
    <dgm:pt modelId="{D20BEE9D-3605-4F37-A02D-4DAA594ECE09}" type="pres">
      <dgm:prSet presAssocID="{7FBDD104-3C8A-4572-8D89-570DB62BE35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4516016-A0AD-447B-B78C-161DEB706338}" type="presOf" srcId="{D26F2CE9-E7A9-4F56-830A-1ACE8FBF1227}" destId="{EBB8A15A-76F2-4B76-B140-FB919426DB3A}" srcOrd="0" destOrd="0" presId="urn:microsoft.com/office/officeart/2018/5/layout/IconCircleLabelList"/>
    <dgm:cxn modelId="{48DB7566-86ED-4949-8F19-95712E8D02E5}" srcId="{FE8B0095-2C82-4FDE-8EDA-ECD03E19EE49}" destId="{7FBDD104-3C8A-4572-8D89-570DB62BE35A}" srcOrd="2" destOrd="0" parTransId="{EA05AED6-A15D-4B8B-97CD-19E0A986FFD9}" sibTransId="{110F3CE4-4E12-45EA-AD71-6D43062AB2FE}"/>
    <dgm:cxn modelId="{72E7DC6A-38B4-42B6-B675-8FC6A63CA688}" type="presOf" srcId="{110EA502-866E-46EA-A6CC-ED8CE0408E42}" destId="{4F9273C3-4EE2-47D0-A60D-428F27ED3D38}" srcOrd="0" destOrd="0" presId="urn:microsoft.com/office/officeart/2018/5/layout/IconCircleLabelList"/>
    <dgm:cxn modelId="{513AB58B-754B-4122-955A-F4EE823038EE}" srcId="{FE8B0095-2C82-4FDE-8EDA-ECD03E19EE49}" destId="{D26F2CE9-E7A9-4F56-830A-1ACE8FBF1227}" srcOrd="0" destOrd="0" parTransId="{C2D67BE2-E4F6-4183-9049-6A30FA2A0776}" sibTransId="{DDA97756-5676-4143-AF63-EBDE8B787C4F}"/>
    <dgm:cxn modelId="{75476792-0B7A-47FA-9A7C-4D36E981DDDA}" type="presOf" srcId="{7FBDD104-3C8A-4572-8D89-570DB62BE35A}" destId="{D20BEE9D-3605-4F37-A02D-4DAA594ECE09}" srcOrd="0" destOrd="0" presId="urn:microsoft.com/office/officeart/2018/5/layout/IconCircleLabelList"/>
    <dgm:cxn modelId="{3F155193-2F3C-4500-9192-1F0F0B8FD703}" srcId="{FE8B0095-2C82-4FDE-8EDA-ECD03E19EE49}" destId="{110EA502-866E-46EA-A6CC-ED8CE0408E42}" srcOrd="1" destOrd="0" parTransId="{282FEA13-5F6A-4C1B-B103-6382B18D4951}" sibTransId="{EAE6D359-78FB-49C7-92C9-082F2B854592}"/>
    <dgm:cxn modelId="{FBF441E6-B6D1-4EDF-AA72-6039D0C88A79}" type="presOf" srcId="{FE8B0095-2C82-4FDE-8EDA-ECD03E19EE49}" destId="{F8434C82-B07B-4849-B274-BE0A06F93485}" srcOrd="0" destOrd="0" presId="urn:microsoft.com/office/officeart/2018/5/layout/IconCircleLabelList"/>
    <dgm:cxn modelId="{7035BA2B-E344-4F0B-8D18-B61645F87129}" type="presParOf" srcId="{F8434C82-B07B-4849-B274-BE0A06F93485}" destId="{EAE597CD-B88A-4632-B003-2C62C8293161}" srcOrd="0" destOrd="0" presId="urn:microsoft.com/office/officeart/2018/5/layout/IconCircleLabelList"/>
    <dgm:cxn modelId="{E7C6D64A-5CE8-4ABA-910D-931FCC4D1DA2}" type="presParOf" srcId="{EAE597CD-B88A-4632-B003-2C62C8293161}" destId="{458398EA-3D4F-4A92-9772-ABFDF588789A}" srcOrd="0" destOrd="0" presId="urn:microsoft.com/office/officeart/2018/5/layout/IconCircleLabelList"/>
    <dgm:cxn modelId="{40DECDA4-ECE9-474C-89A1-8F1FB9C33417}" type="presParOf" srcId="{EAE597CD-B88A-4632-B003-2C62C8293161}" destId="{CAA52690-B829-484F-B182-FA44C39E0C0B}" srcOrd="1" destOrd="0" presId="urn:microsoft.com/office/officeart/2018/5/layout/IconCircleLabelList"/>
    <dgm:cxn modelId="{E93FC3FD-7667-4903-83DB-2AF649520026}" type="presParOf" srcId="{EAE597CD-B88A-4632-B003-2C62C8293161}" destId="{BF5C6ACE-5354-4F02-BC73-BF635B1BD003}" srcOrd="2" destOrd="0" presId="urn:microsoft.com/office/officeart/2018/5/layout/IconCircleLabelList"/>
    <dgm:cxn modelId="{DE533B11-9575-432E-9816-83976A880090}" type="presParOf" srcId="{EAE597CD-B88A-4632-B003-2C62C8293161}" destId="{EBB8A15A-76F2-4B76-B140-FB919426DB3A}" srcOrd="3" destOrd="0" presId="urn:microsoft.com/office/officeart/2018/5/layout/IconCircleLabelList"/>
    <dgm:cxn modelId="{EF4AC0AB-569F-416B-8838-AEDFC5A5D5DA}" type="presParOf" srcId="{F8434C82-B07B-4849-B274-BE0A06F93485}" destId="{2D3AB899-B54C-46F7-AD6E-7A58A006BD51}" srcOrd="1" destOrd="0" presId="urn:microsoft.com/office/officeart/2018/5/layout/IconCircleLabelList"/>
    <dgm:cxn modelId="{8C74C86B-3B3E-499B-A8C3-61C653924054}" type="presParOf" srcId="{F8434C82-B07B-4849-B274-BE0A06F93485}" destId="{F605B25F-D17B-4C2C-8BBB-0F8DD2A48FCB}" srcOrd="2" destOrd="0" presId="urn:microsoft.com/office/officeart/2018/5/layout/IconCircleLabelList"/>
    <dgm:cxn modelId="{9488E706-1F8B-4999-A018-CC997EB93EF4}" type="presParOf" srcId="{F605B25F-D17B-4C2C-8BBB-0F8DD2A48FCB}" destId="{D59CD868-5186-4B26-8EA4-A565B8245578}" srcOrd="0" destOrd="0" presId="urn:microsoft.com/office/officeart/2018/5/layout/IconCircleLabelList"/>
    <dgm:cxn modelId="{20F2BE3A-91F3-4E65-96CD-7A7CFD6168DD}" type="presParOf" srcId="{F605B25F-D17B-4C2C-8BBB-0F8DD2A48FCB}" destId="{43A0218D-7AA0-48C1-A3CA-FF14F52F5DCC}" srcOrd="1" destOrd="0" presId="urn:microsoft.com/office/officeart/2018/5/layout/IconCircleLabelList"/>
    <dgm:cxn modelId="{2CA8775C-1694-4986-A39E-6F07A5382F2A}" type="presParOf" srcId="{F605B25F-D17B-4C2C-8BBB-0F8DD2A48FCB}" destId="{4BE6AC37-69DA-49F5-B8A7-BA49F7D91769}" srcOrd="2" destOrd="0" presId="urn:microsoft.com/office/officeart/2018/5/layout/IconCircleLabelList"/>
    <dgm:cxn modelId="{C04E41AB-B75A-4D03-A8F0-4E747E6B8D00}" type="presParOf" srcId="{F605B25F-D17B-4C2C-8BBB-0F8DD2A48FCB}" destId="{4F9273C3-4EE2-47D0-A60D-428F27ED3D38}" srcOrd="3" destOrd="0" presId="urn:microsoft.com/office/officeart/2018/5/layout/IconCircleLabelList"/>
    <dgm:cxn modelId="{C5FCF5B9-C4AF-4B10-B7BA-ADDF09D95B3B}" type="presParOf" srcId="{F8434C82-B07B-4849-B274-BE0A06F93485}" destId="{A554B25C-2111-43C9-9908-5AC596E1E359}" srcOrd="3" destOrd="0" presId="urn:microsoft.com/office/officeart/2018/5/layout/IconCircleLabelList"/>
    <dgm:cxn modelId="{A9DC2F14-257E-4D47-A7BC-2133568F0978}" type="presParOf" srcId="{F8434C82-B07B-4849-B274-BE0A06F93485}" destId="{9DC1A8CD-55C3-4CD1-AAF3-3803B5E9A849}" srcOrd="4" destOrd="0" presId="urn:microsoft.com/office/officeart/2018/5/layout/IconCircleLabelList"/>
    <dgm:cxn modelId="{623F0820-CD57-49BE-873A-D295E55E315D}" type="presParOf" srcId="{9DC1A8CD-55C3-4CD1-AAF3-3803B5E9A849}" destId="{75665D1D-7683-4899-BA83-EE6EA93F001A}" srcOrd="0" destOrd="0" presId="urn:microsoft.com/office/officeart/2018/5/layout/IconCircleLabelList"/>
    <dgm:cxn modelId="{38E6392C-E1E5-468C-9F3E-A683CA2F01FA}" type="presParOf" srcId="{9DC1A8CD-55C3-4CD1-AAF3-3803B5E9A849}" destId="{0F09599A-3BBB-41F9-B944-96BA8A44B293}" srcOrd="1" destOrd="0" presId="urn:microsoft.com/office/officeart/2018/5/layout/IconCircleLabelList"/>
    <dgm:cxn modelId="{223DD025-A03F-4F01-9A9A-0E01C4BCD36A}" type="presParOf" srcId="{9DC1A8CD-55C3-4CD1-AAF3-3803B5E9A849}" destId="{48B3254E-D17B-4920-B14F-5391CB6C7899}" srcOrd="2" destOrd="0" presId="urn:microsoft.com/office/officeart/2018/5/layout/IconCircleLabelList"/>
    <dgm:cxn modelId="{09B7A48B-B949-4E28-8B68-6D3EF8EDA772}" type="presParOf" srcId="{9DC1A8CD-55C3-4CD1-AAF3-3803B5E9A849}" destId="{D20BEE9D-3605-4F37-A02D-4DAA594ECE0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D0183-19D5-4822-B227-10AC3A765719}">
      <dsp:nvSpPr>
        <dsp:cNvPr id="0" name=""/>
        <dsp:cNvSpPr/>
      </dsp:nvSpPr>
      <dsp:spPr>
        <a:xfrm>
          <a:off x="0" y="0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CFBC0-94E4-48B4-941D-ED3A42FF9FB1}">
      <dsp:nvSpPr>
        <dsp:cNvPr id="0" name=""/>
        <dsp:cNvSpPr/>
      </dsp:nvSpPr>
      <dsp:spPr>
        <a:xfrm>
          <a:off x="0" y="0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als Nutzer mir ein Profil erstellen können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3h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0"/>
        <a:ext cx="7219037" cy="385807"/>
      </dsp:txXfrm>
    </dsp:sp>
    <dsp:sp modelId="{FEEB0D98-100A-4C1A-8DF3-2AB8B2DC8CC3}">
      <dsp:nvSpPr>
        <dsp:cNvPr id="0" name=""/>
        <dsp:cNvSpPr/>
      </dsp:nvSpPr>
      <dsp:spPr>
        <a:xfrm>
          <a:off x="0" y="385807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B0335-BB89-46AE-8622-115B1968F94E}">
      <dsp:nvSpPr>
        <dsp:cNvPr id="0" name=""/>
        <dsp:cNvSpPr/>
      </dsp:nvSpPr>
      <dsp:spPr>
        <a:xfrm>
          <a:off x="0" y="385807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als Nutzer meine Quiz in unterschiedlichen Formaten erstellen können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8h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385807"/>
        <a:ext cx="7219037" cy="385807"/>
      </dsp:txXfrm>
    </dsp:sp>
    <dsp:sp modelId="{C7E66439-196C-4FAD-8878-E0C9F5C49B9D}">
      <dsp:nvSpPr>
        <dsp:cNvPr id="0" name=""/>
        <dsp:cNvSpPr/>
      </dsp:nvSpPr>
      <dsp:spPr>
        <a:xfrm>
          <a:off x="0" y="771615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6F006-3338-45D9-8B5B-3A4928A58F83}">
      <dsp:nvSpPr>
        <dsp:cNvPr id="0" name=""/>
        <dsp:cNvSpPr/>
      </dsp:nvSpPr>
      <dsp:spPr>
        <a:xfrm>
          <a:off x="0" y="771615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als Nutzer vorgefertigte Quiz spielen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3h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771615"/>
        <a:ext cx="7219037" cy="385807"/>
      </dsp:txXfrm>
    </dsp:sp>
    <dsp:sp modelId="{C728A9DD-2AAC-4C1D-90FA-BCE14D626797}">
      <dsp:nvSpPr>
        <dsp:cNvPr id="0" name=""/>
        <dsp:cNvSpPr/>
      </dsp:nvSpPr>
      <dsp:spPr>
        <a:xfrm>
          <a:off x="0" y="1157422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751DA-4539-4522-9ADE-A4D0678355B7}">
      <dsp:nvSpPr>
        <dsp:cNvPr id="0" name=""/>
        <dsp:cNvSpPr/>
      </dsp:nvSpPr>
      <dsp:spPr>
        <a:xfrm>
          <a:off x="0" y="1157422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als Nutzer Quiz mit eigene Themenbereichen erstellen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4h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1157422"/>
        <a:ext cx="7219037" cy="385807"/>
      </dsp:txXfrm>
    </dsp:sp>
    <dsp:sp modelId="{679814C4-1232-49F6-8C75-1D21AD3BAE3E}">
      <dsp:nvSpPr>
        <dsp:cNvPr id="0" name=""/>
        <dsp:cNvSpPr/>
      </dsp:nvSpPr>
      <dsp:spPr>
        <a:xfrm>
          <a:off x="0" y="1543230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594EF-2A98-49E4-AD8E-5EA1A73A7F56}">
      <dsp:nvSpPr>
        <dsp:cNvPr id="0" name=""/>
        <dsp:cNvSpPr/>
      </dsp:nvSpPr>
      <dsp:spPr>
        <a:xfrm>
          <a:off x="0" y="1543230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>
              <a:latin typeface="Century Gothic" panose="020B0502020202020204"/>
            </a:rPr>
            <a:t>•„</a:t>
          </a:r>
          <a:r>
            <a:rPr lang="de-DE" sz="1200" b="0" kern="1200" dirty="0"/>
            <a:t>Ich will als Nutzer Quiz alleine sowie auch gegen meinen Freunden spielen können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10h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1543230"/>
        <a:ext cx="7219037" cy="385807"/>
      </dsp:txXfrm>
    </dsp:sp>
    <dsp:sp modelId="{13874A42-EBFE-48BE-BA00-19DE7295E564}">
      <dsp:nvSpPr>
        <dsp:cNvPr id="0" name=""/>
        <dsp:cNvSpPr/>
      </dsp:nvSpPr>
      <dsp:spPr>
        <a:xfrm>
          <a:off x="0" y="1929038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9E6BD-0A66-4ADC-A280-5CFDFD3A406C}">
      <dsp:nvSpPr>
        <dsp:cNvPr id="0" name=""/>
        <dsp:cNvSpPr/>
      </dsp:nvSpPr>
      <dsp:spPr>
        <a:xfrm>
          <a:off x="0" y="1929038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als Nutzer ein Zeitlimit für ein Quiz setzen können</a:t>
          </a:r>
          <a:r>
            <a:rPr lang="de-DE" sz="1200" b="0" kern="1200" dirty="0">
              <a:latin typeface="Century Gothic" panose="020B0502020202020204"/>
            </a:rPr>
            <a:t>“:</a:t>
          </a:r>
          <a:r>
            <a:rPr lang="de-DE" sz="1200" b="0" kern="1200" dirty="0"/>
            <a:t> 3h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1929038"/>
        <a:ext cx="7219037" cy="385807"/>
      </dsp:txXfrm>
    </dsp:sp>
    <dsp:sp modelId="{CCBB3193-985F-4191-BB32-CBB6E1BBD1B3}">
      <dsp:nvSpPr>
        <dsp:cNvPr id="0" name=""/>
        <dsp:cNvSpPr/>
      </dsp:nvSpPr>
      <dsp:spPr>
        <a:xfrm>
          <a:off x="0" y="2314845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5D4F7-D3AE-47B3-ACAA-77E1B2C66173}">
      <dsp:nvSpPr>
        <dsp:cNvPr id="0" name=""/>
        <dsp:cNvSpPr/>
      </dsp:nvSpPr>
      <dsp:spPr>
        <a:xfrm>
          <a:off x="0" y="2314845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mir als Nutzer meine Ergebnisse und Durchläufe anzeigen lassen</a:t>
          </a:r>
          <a:r>
            <a:rPr lang="de-DE" sz="1200" b="0" kern="1200" dirty="0">
              <a:latin typeface="Century Gothic" panose="020B0502020202020204"/>
            </a:rPr>
            <a:t>“:</a:t>
          </a:r>
          <a:r>
            <a:rPr lang="de-DE" sz="1200" b="0" kern="1200" dirty="0"/>
            <a:t> 2h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2314845"/>
        <a:ext cx="7219037" cy="385807"/>
      </dsp:txXfrm>
    </dsp:sp>
    <dsp:sp modelId="{ED79E372-95CC-4E0E-BA35-F9EAEA7B04A7}">
      <dsp:nvSpPr>
        <dsp:cNvPr id="0" name=""/>
        <dsp:cNvSpPr/>
      </dsp:nvSpPr>
      <dsp:spPr>
        <a:xfrm>
          <a:off x="0" y="2700653"/>
          <a:ext cx="7219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94A69-EE08-45E5-B038-A8584F3EB4AC}">
      <dsp:nvSpPr>
        <dsp:cNvPr id="0" name=""/>
        <dsp:cNvSpPr/>
      </dsp:nvSpPr>
      <dsp:spPr>
        <a:xfrm>
          <a:off x="0" y="2700653"/>
          <a:ext cx="7219037" cy="385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b="0" kern="1200" dirty="0"/>
            <a:t>• „Ich will meine erstellten Quiz mit Freunden teilen können</a:t>
          </a:r>
          <a:r>
            <a:rPr lang="de-DE" sz="1200" b="0" kern="1200" dirty="0">
              <a:latin typeface="Century Gothic" panose="020B0502020202020204"/>
            </a:rPr>
            <a:t>.“:</a:t>
          </a:r>
          <a:r>
            <a:rPr lang="de-DE" sz="1200" b="0" kern="1200" dirty="0"/>
            <a:t> 3h</a:t>
          </a:r>
          <a:endParaRPr lang="en-US" sz="1200" b="0" kern="1200" dirty="0">
            <a:latin typeface="Century Gothic" panose="020B0502020202020204"/>
          </a:endParaRPr>
        </a:p>
      </dsp:txBody>
      <dsp:txXfrm>
        <a:off x="0" y="2700653"/>
        <a:ext cx="7219037" cy="3858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C9A48-B2CA-47A3-AE26-96A97C3604F6}">
      <dsp:nvSpPr>
        <dsp:cNvPr id="0" name=""/>
        <dsp:cNvSpPr/>
      </dsp:nvSpPr>
      <dsp:spPr>
        <a:xfrm>
          <a:off x="0" y="0"/>
          <a:ext cx="6703695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0" kern="1200"/>
            <a:t>Webanwendung</a:t>
          </a:r>
          <a:endParaRPr lang="en-US" sz="3500" kern="1200"/>
        </a:p>
      </dsp:txBody>
      <dsp:txXfrm>
        <a:off x="38234" y="38234"/>
        <a:ext cx="5295064" cy="1228933"/>
      </dsp:txXfrm>
    </dsp:sp>
    <dsp:sp modelId="{E528CF75-E8A9-4430-B50D-A17156FA36AA}">
      <dsp:nvSpPr>
        <dsp:cNvPr id="0" name=""/>
        <dsp:cNvSpPr/>
      </dsp:nvSpPr>
      <dsp:spPr>
        <a:xfrm>
          <a:off x="591502" y="1522968"/>
          <a:ext cx="6703695" cy="1305401"/>
        </a:xfrm>
        <a:prstGeom prst="roundRect">
          <a:avLst>
            <a:gd name="adj" fmla="val 10000"/>
          </a:avLst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0" kern="1200"/>
            <a:t>• Plattformunabhängig</a:t>
          </a:r>
          <a:endParaRPr lang="en-US" sz="3500" kern="1200"/>
        </a:p>
      </dsp:txBody>
      <dsp:txXfrm>
        <a:off x="629736" y="1561202"/>
        <a:ext cx="5187213" cy="1228933"/>
      </dsp:txXfrm>
    </dsp:sp>
    <dsp:sp modelId="{52757C12-88B4-4DBF-9BE0-B54331D871F9}">
      <dsp:nvSpPr>
        <dsp:cNvPr id="0" name=""/>
        <dsp:cNvSpPr/>
      </dsp:nvSpPr>
      <dsp:spPr>
        <a:xfrm>
          <a:off x="1183004" y="3045936"/>
          <a:ext cx="6703695" cy="1305401"/>
        </a:xfrm>
        <a:prstGeom prst="roundRect">
          <a:avLst>
            <a:gd name="adj" fmla="val 10000"/>
          </a:avLst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0" kern="1200"/>
            <a:t>• Einfacher Zugang und Teilen</a:t>
          </a:r>
          <a:endParaRPr lang="en-US" sz="3500" kern="1200"/>
        </a:p>
      </dsp:txBody>
      <dsp:txXfrm>
        <a:off x="1221238" y="3084170"/>
        <a:ext cx="5187213" cy="1228933"/>
      </dsp:txXfrm>
    </dsp:sp>
    <dsp:sp modelId="{A0B99E27-03F3-4C5E-8B92-287CA522F699}">
      <dsp:nvSpPr>
        <dsp:cNvPr id="0" name=""/>
        <dsp:cNvSpPr/>
      </dsp:nvSpPr>
      <dsp:spPr>
        <a:xfrm>
          <a:off x="5855184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46099" y="989929"/>
        <a:ext cx="466680" cy="638504"/>
      </dsp:txXfrm>
    </dsp:sp>
    <dsp:sp modelId="{95D9D7D1-2D37-4FB4-8E49-422F953AAA63}">
      <dsp:nvSpPr>
        <dsp:cNvPr id="0" name=""/>
        <dsp:cNvSpPr/>
      </dsp:nvSpPr>
      <dsp:spPr>
        <a:xfrm>
          <a:off x="6446686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04185"/>
            <a:satOff val="1061"/>
            <a:lumOff val="55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604185"/>
              <a:satOff val="1061"/>
              <a:lumOff val="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637601" y="2504195"/>
        <a:ext cx="466680" cy="638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09FE3-238F-4B57-BF91-D0A306BAD33A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04EA1-9717-4DB3-8D2D-1713778EB59F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CEB170-84ED-4031-8170-F8BEEABDF807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0" kern="1200"/>
            <a:t>• Front-End: Läuft im Browser, fokussiert auf User Experience und Anschaulichkeit</a:t>
          </a:r>
          <a:endParaRPr lang="en-US" sz="1100" kern="1200"/>
        </a:p>
      </dsp:txBody>
      <dsp:txXfrm>
        <a:off x="80381" y="2738169"/>
        <a:ext cx="2306250" cy="720000"/>
      </dsp:txXfrm>
    </dsp:sp>
    <dsp:sp modelId="{ED5BA81E-83EF-4044-9988-6E9E33FC1AEE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3EB8B-B9B4-481B-851B-B9E1145D6C46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75B2E-3399-43D9-A96C-C8E194EAE5FD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0" kern="1200"/>
            <a:t>• Backend: Zuständig für Rechnungen und Anfragen</a:t>
          </a:r>
          <a:endParaRPr lang="en-US" sz="1100" kern="1200"/>
        </a:p>
      </dsp:txBody>
      <dsp:txXfrm>
        <a:off x="2790224" y="2738169"/>
        <a:ext cx="2306250" cy="720000"/>
      </dsp:txXfrm>
    </dsp:sp>
    <dsp:sp modelId="{3A975168-9666-41FE-AED2-F436CC7B0CE1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33349-32F1-4A84-9CFA-38A85B220662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F7F50B-2C1E-47BC-9AB1-16E640FC0B24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100" b="0" kern="1200"/>
            <a:t>• Datenbank: Speichert Quiz und Nutzerdaten</a:t>
          </a:r>
          <a:endParaRPr lang="en-US" sz="1100" kern="1200"/>
        </a:p>
      </dsp:txBody>
      <dsp:txXfrm>
        <a:off x="5500068" y="2738169"/>
        <a:ext cx="23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8398EA-3D4F-4A92-9772-ABFDF588789A}">
      <dsp:nvSpPr>
        <dsp:cNvPr id="0" name=""/>
        <dsp:cNvSpPr/>
      </dsp:nvSpPr>
      <dsp:spPr>
        <a:xfrm>
          <a:off x="530099" y="893169"/>
          <a:ext cx="1406812" cy="1406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A52690-B829-484F-B182-FA44C39E0C0B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8A15A-76F2-4B76-B140-FB919426DB3A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• Java, Spring Boot: Verwendung von Thymeleaf und H2-Datenbank</a:t>
          </a:r>
          <a:endParaRPr lang="en-US" sz="1100" kern="1200"/>
        </a:p>
      </dsp:txBody>
      <dsp:txXfrm>
        <a:off x="80381" y="2738169"/>
        <a:ext cx="2306250" cy="720000"/>
      </dsp:txXfrm>
    </dsp:sp>
    <dsp:sp modelId="{D59CD868-5186-4B26-8EA4-A565B8245578}">
      <dsp:nvSpPr>
        <dsp:cNvPr id="0" name=""/>
        <dsp:cNvSpPr/>
      </dsp:nvSpPr>
      <dsp:spPr>
        <a:xfrm>
          <a:off x="3239943" y="893169"/>
          <a:ext cx="1406812" cy="1406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0218D-7AA0-48C1-A3CA-FF14F52F5DCC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273C3-4EE2-47D0-A60D-428F27ED3D38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• Node.js: Skriptsprache für dynamische Inhalte</a:t>
          </a:r>
          <a:endParaRPr lang="en-US" sz="1100" kern="1200"/>
        </a:p>
      </dsp:txBody>
      <dsp:txXfrm>
        <a:off x="2790224" y="2738169"/>
        <a:ext cx="2306250" cy="720000"/>
      </dsp:txXfrm>
    </dsp:sp>
    <dsp:sp modelId="{75665D1D-7683-4899-BA83-EE6EA93F001A}">
      <dsp:nvSpPr>
        <dsp:cNvPr id="0" name=""/>
        <dsp:cNvSpPr/>
      </dsp:nvSpPr>
      <dsp:spPr>
        <a:xfrm>
          <a:off x="5949787" y="893169"/>
          <a:ext cx="1406812" cy="1406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09599A-3BBB-41F9-B944-96BA8A44B293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BEE9D-3605-4F37-A02D-4DAA594ECE09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• Docker: Containerisierung für effiziente Bereitstellung und Skalierbarkeit</a:t>
          </a:r>
          <a:endParaRPr lang="en-US" sz="1100" kern="1200"/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9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8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7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82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77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0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9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507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74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2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29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61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91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89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81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58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18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78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22" r:id="rId13"/>
    <p:sldLayoutId id="2147484023" r:id="rId14"/>
    <p:sldLayoutId id="2147484024" r:id="rId15"/>
    <p:sldLayoutId id="2147484025" r:id="rId16"/>
    <p:sldLayoutId id="214748402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22D1B95-2B54-43E9-85D9-B489F6C5D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21010068">
            <a:off x="6368213" y="4185117"/>
            <a:ext cx="2474555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D0F3F6D-A49D-4406-8D61-1C4F8D792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41709" y="4241801"/>
            <a:ext cx="8458200" cy="2337161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953A318-DA8D-4405-9536-D889E45C5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/>
          </a:bodyPr>
          <a:lstStyle/>
          <a:p>
            <a:pPr algn="ctr"/>
            <a:r>
              <a:rPr lang="de-DE" b="1" dirty="0">
                <a:solidFill>
                  <a:srgbClr val="FFFFFF"/>
                </a:solidFill>
                <a:latin typeface="Arial"/>
              </a:rPr>
              <a:t>Projektanforderungen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/>
          </a:bodyPr>
          <a:lstStyle/>
          <a:p>
            <a:pPr algn="ctr"/>
            <a:r>
              <a:rPr lang="de-DE" sz="2100" dirty="0" err="1">
                <a:solidFill>
                  <a:schemeClr val="tx2"/>
                </a:solidFill>
                <a:latin typeface="Arial"/>
              </a:rPr>
              <a:t>Eduplay</a:t>
            </a:r>
            <a:r>
              <a:rPr lang="de-DE" sz="2100" dirty="0">
                <a:solidFill>
                  <a:schemeClr val="tx2"/>
                </a:solidFill>
                <a:latin typeface="Arial"/>
              </a:rPr>
              <a:t> </a:t>
            </a:r>
            <a:r>
              <a:rPr lang="de-DE" sz="2100" dirty="0" err="1">
                <a:solidFill>
                  <a:schemeClr val="tx2"/>
                </a:solidFill>
                <a:latin typeface="Arial"/>
              </a:rPr>
              <a:t>VOn</a:t>
            </a:r>
            <a:r>
              <a:rPr lang="de-DE" sz="2100" dirty="0">
                <a:solidFill>
                  <a:schemeClr val="tx2"/>
                </a:solidFill>
                <a:latin typeface="Arial"/>
              </a:rPr>
              <a:t> Marwa, Rose, </a:t>
            </a:r>
            <a:r>
              <a:rPr lang="de-DE" sz="2100" dirty="0" err="1">
                <a:solidFill>
                  <a:schemeClr val="tx2"/>
                </a:solidFill>
                <a:latin typeface="Arial"/>
              </a:rPr>
              <a:t>Ghasak</a:t>
            </a:r>
            <a:r>
              <a:rPr lang="de-DE" sz="2100" dirty="0">
                <a:solidFill>
                  <a:schemeClr val="tx2"/>
                </a:solidFill>
                <a:latin typeface="Arial"/>
              </a:rPr>
              <a:t> und Oskar</a:t>
            </a:r>
            <a:endParaRPr lang="de-DE" sz="2100" b="0" dirty="0">
              <a:solidFill>
                <a:schemeClr val="tx2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EBEBEB"/>
                </a:solidFill>
              </a:rPr>
              <a:t>Anforderungen an die Usability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65EFBCD-B7D6-ADC3-BC10-EE83F0D3DA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119525"/>
              </p:ext>
            </p:extLst>
          </p:nvPr>
        </p:nvGraphicFramePr>
        <p:xfrm>
          <a:off x="965200" y="2925232"/>
          <a:ext cx="7219037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B472B-9F7F-6DE1-1E4C-48C9BE36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Personas</a:t>
            </a:r>
          </a:p>
        </p:txBody>
      </p:sp>
      <p:pic>
        <p:nvPicPr>
          <p:cNvPr id="5" name="Grafik 4" descr="Ein Bild, das Clipart, Silhouette, Design enthält.&#10;&#10;KI-generierte Inhalte können fehlerhaft sein.">
            <a:extLst>
              <a:ext uri="{FF2B5EF4-FFF2-40B4-BE49-F238E27FC236}">
                <a16:creationId xmlns:a16="http://schemas.microsoft.com/office/drawing/2014/main" id="{37CE89CB-A585-B281-61AB-5E095315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91" t="8145" r="4412" b="692"/>
          <a:stretch/>
        </p:blipFill>
        <p:spPr>
          <a:xfrm>
            <a:off x="4890095" y="2197855"/>
            <a:ext cx="1072550" cy="1180935"/>
          </a:xfrm>
          <a:prstGeom prst="rect">
            <a:avLst/>
          </a:prstGeom>
        </p:spPr>
      </p:pic>
      <p:pic>
        <p:nvPicPr>
          <p:cNvPr id="8" name="Inhaltsplatzhalter 7" descr="Ein Bild, das Clipart, Silhouette enthält.&#10;&#10;KI-generierte Inhalte können fehlerhaft sein.">
            <a:extLst>
              <a:ext uri="{FF2B5EF4-FFF2-40B4-BE49-F238E27FC236}">
                <a16:creationId xmlns:a16="http://schemas.microsoft.com/office/drawing/2014/main" id="{A021DA36-E6D1-14FE-BE19-B514F6798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199" b="-248"/>
          <a:stretch/>
        </p:blipFill>
        <p:spPr>
          <a:xfrm>
            <a:off x="731598" y="2197100"/>
            <a:ext cx="1157527" cy="1184024"/>
          </a:xfrm>
        </p:spPr>
      </p:pic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196070B-2721-58DE-7400-45067DB292ED}"/>
              </a:ext>
            </a:extLst>
          </p:cNvPr>
          <p:cNvSpPr/>
          <p:nvPr/>
        </p:nvSpPr>
        <p:spPr>
          <a:xfrm>
            <a:off x="437805" y="3426069"/>
            <a:ext cx="4209188" cy="323625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b="1" dirty="0"/>
              <a:t>Name:</a:t>
            </a:r>
            <a:r>
              <a:rPr lang="de-DE" sz="1600" dirty="0"/>
              <a:t> Max</a:t>
            </a:r>
          </a:p>
          <a:p>
            <a:pPr algn="ctr"/>
            <a:r>
              <a:rPr lang="de-DE" sz="1600" b="1" dirty="0"/>
              <a:t>Alter:</a:t>
            </a:r>
            <a:r>
              <a:rPr lang="de-DE" sz="1600" dirty="0"/>
              <a:t> 14 Jahre</a:t>
            </a:r>
          </a:p>
          <a:p>
            <a:pPr algn="ctr"/>
            <a:r>
              <a:rPr lang="de-DE" sz="1600" b="1" dirty="0"/>
              <a:t>Tätigkeit:</a:t>
            </a:r>
            <a:r>
              <a:rPr lang="de-DE" sz="1600" dirty="0"/>
              <a:t> Schüler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Ziele, Bedürfnisse und Erwartungen:</a:t>
            </a:r>
            <a:r>
              <a:rPr lang="de-DE" sz="1600" dirty="0">
                <a:ea typeface="+mn-lt"/>
                <a:cs typeface="+mn-lt"/>
              </a:rPr>
              <a:t> Quiz erstellen um für die Schule zu lernen, </a:t>
            </a:r>
          </a:p>
          <a:p>
            <a:pPr algn="ctr"/>
            <a:r>
              <a:rPr lang="de-DE" sz="1600" dirty="0">
                <a:ea typeface="+mn-lt"/>
                <a:cs typeface="+mn-lt"/>
              </a:rPr>
              <a:t>Verschiedene Themenbereiche für verschiedene Fächer, Vokabeln lernen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Hindernisse:</a:t>
            </a:r>
            <a:r>
              <a:rPr lang="de-DE" sz="1600" dirty="0">
                <a:ea typeface="+mn-lt"/>
                <a:cs typeface="+mn-lt"/>
              </a:rPr>
              <a:t> Langweiliges Design, zu sachlich. Will nicht lernen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Technologische Voraussetzungen: </a:t>
            </a:r>
            <a:r>
              <a:rPr lang="de-DE" sz="1600" dirty="0">
                <a:ea typeface="+mn-lt"/>
                <a:cs typeface="+mn-lt"/>
              </a:rPr>
              <a:t>Handy oder Tablet</a:t>
            </a:r>
            <a:endParaRPr lang="de-DE" sz="1600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4AB35C0-5C8F-E3F0-9758-328B3A7E222F}"/>
              </a:ext>
            </a:extLst>
          </p:cNvPr>
          <p:cNvSpPr/>
          <p:nvPr/>
        </p:nvSpPr>
        <p:spPr>
          <a:xfrm>
            <a:off x="4724055" y="3426068"/>
            <a:ext cx="4199663" cy="323625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1600" b="1" dirty="0"/>
              <a:t>Name: Barbara</a:t>
            </a:r>
            <a:endParaRPr lang="de-DE" sz="1600" dirty="0"/>
          </a:p>
          <a:p>
            <a:pPr algn="ctr"/>
            <a:r>
              <a:rPr lang="de-DE" sz="1600" b="1" dirty="0"/>
              <a:t>Alter:</a:t>
            </a:r>
            <a:r>
              <a:rPr lang="de-DE" sz="1600" dirty="0"/>
              <a:t> 67 Jahre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Tätigkeit: </a:t>
            </a:r>
            <a:r>
              <a:rPr lang="de-DE" sz="1600" dirty="0">
                <a:ea typeface="+mn-lt"/>
                <a:cs typeface="+mn-lt"/>
              </a:rPr>
              <a:t>Rentnerin</a:t>
            </a:r>
            <a:endParaRPr lang="de-DE" dirty="0"/>
          </a:p>
          <a:p>
            <a:pPr algn="ctr"/>
            <a:r>
              <a:rPr lang="de-DE" sz="1600" b="1" dirty="0">
                <a:ea typeface="+mn-lt"/>
                <a:cs typeface="+mn-lt"/>
              </a:rPr>
              <a:t>Ziele, Bedürfnisse und Erwartungen:</a:t>
            </a:r>
            <a:r>
              <a:rPr lang="de-DE" sz="1600" dirty="0">
                <a:ea typeface="+mn-lt"/>
                <a:cs typeface="+mn-lt"/>
              </a:rPr>
              <a:t> Als Zeitvertreib Quiz gegen Freunde und Familienmitglieder spielen, neues Wissen erlernen und altes Wissen beweisen/ auffrischen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Hindernisse:</a:t>
            </a:r>
            <a:r>
              <a:rPr lang="de-DE" sz="1600" dirty="0">
                <a:ea typeface="+mn-lt"/>
                <a:cs typeface="+mn-lt"/>
              </a:rPr>
              <a:t> Log in, will keine eigene Quiz erstellen</a:t>
            </a:r>
          </a:p>
          <a:p>
            <a:pPr algn="ctr"/>
            <a:r>
              <a:rPr lang="de-DE" sz="1600" b="1" dirty="0">
                <a:ea typeface="+mn-lt"/>
                <a:cs typeface="+mn-lt"/>
              </a:rPr>
              <a:t>Technologische Voraussetzungen: </a:t>
            </a:r>
            <a:r>
              <a:rPr lang="de-DE" sz="1600" dirty="0">
                <a:ea typeface="+mn-lt"/>
                <a:cs typeface="+mn-lt"/>
              </a:rPr>
              <a:t>Handy oder Tablet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83425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Vorgeschlagene Softwarelösung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E0E1D52-866F-7842-739A-A2FB8151B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912838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Benötigte Komponenten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3B4F9DB-C1E1-5741-B73A-29FA06995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703277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Technologien und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B8F8EC-1CA9-C52B-5304-BFCE2F0E2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94434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-Sitzungssaal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-Sitzungssaal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-Sitzungssaal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150</Words>
  <Application>Microsoft Office PowerPoint</Application>
  <PresentationFormat>Bildschirmpräsentation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Ion-Sitzungssaal</vt:lpstr>
      <vt:lpstr>Projektanforderungen</vt:lpstr>
      <vt:lpstr>Anforderungen an die Usability</vt:lpstr>
      <vt:lpstr>Personas</vt:lpstr>
      <vt:lpstr>Vorgeschlagene Softwarelösung</vt:lpstr>
      <vt:lpstr>Benötigte Komponenten</vt:lpstr>
      <vt:lpstr>Technologien und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rose labbous</dc:creator>
  <cp:keywords/>
  <dc:description>generated using python-pptx</dc:description>
  <cp:lastModifiedBy>Rose Labbous</cp:lastModifiedBy>
  <cp:revision>75</cp:revision>
  <dcterms:created xsi:type="dcterms:W3CDTF">2013-01-27T09:14:16Z</dcterms:created>
  <dcterms:modified xsi:type="dcterms:W3CDTF">2025-04-05T13:22:34Z</dcterms:modified>
  <cp:category/>
</cp:coreProperties>
</file>